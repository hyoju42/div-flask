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303" r:id="rId7"/>
    <p:sldId id="259" r:id="rId8"/>
    <p:sldId id="299" r:id="rId9"/>
    <p:sldId id="300" r:id="rId10"/>
    <p:sldId id="301" r:id="rId11"/>
    <p:sldId id="302" r:id="rId12"/>
    <p:sldId id="296" r:id="rId13"/>
    <p:sldId id="266" r:id="rId14"/>
    <p:sldId id="265" r:id="rId15"/>
    <p:sldId id="279" r:id="rId16"/>
    <p:sldId id="282" r:id="rId17"/>
    <p:sldId id="289" r:id="rId18"/>
    <p:sldId id="263" r:id="rId19"/>
    <p:sldId id="291" r:id="rId20"/>
    <p:sldId id="292" r:id="rId21"/>
    <p:sldId id="264" r:id="rId22"/>
    <p:sldId id="274" r:id="rId23"/>
    <p:sldId id="293" r:id="rId24"/>
    <p:sldId id="286" r:id="rId25"/>
    <p:sldId id="287" r:id="rId26"/>
    <p:sldId id="270" r:id="rId27"/>
    <p:sldId id="294" r:id="rId28"/>
    <p:sldId id="275" r:id="rId29"/>
    <p:sldId id="267" r:id="rId30"/>
    <p:sldId id="278" r:id="rId31"/>
    <p:sldId id="283" r:id="rId32"/>
  </p:sldIdLst>
  <p:sldSz cx="18288000" cy="10287000"/>
  <p:notesSz cx="6858000" cy="9144000"/>
  <p:embeddedFontLst>
    <p:embeddedFont>
      <p:font typeface="Pretendard" panose="02000503000000020004" pitchFamily="2" charset="-127"/>
      <p:regular r:id="rId34"/>
      <p:bold r:id="rId35"/>
    </p:embeddedFont>
    <p:embeddedFont>
      <p:font typeface="Pretendard Bold" panose="02000803000000020004" pitchFamily="2" charset="-127"/>
      <p:bold r:id="rId36"/>
    </p:embeddedFont>
    <p:embeddedFont>
      <p:font typeface="Pretendard Medium" panose="02000603000000020004" pitchFamily="2" charset="-127"/>
      <p:regular r:id="rId37"/>
    </p:embeddedFont>
    <p:embeddedFont>
      <p:font typeface="Pretendard Regular" panose="02000503000000020004" pitchFamily="2" charset="-127"/>
      <p:regular r:id="rId38"/>
    </p:embeddedFont>
    <p:embeddedFont>
      <p:font typeface="Pretendard SemiBold" panose="02000703000000020004" pitchFamily="2" charset="-127"/>
      <p:bold r:id="rId39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353" dt="2026-10-12T08:23:16.180"/>
    <p1510:client id="{06642777-1D07-1A18-42B7-B3D0754EF00A}" v="157" dt="2026-10-12T08:52:55.166"/>
    <p1510:client id="{1EE3E618-7B9B-E871-6675-E1B7FF2A8184}" v="557" dt="2026-10-12T08:59:31.363"/>
    <p1510:client id="{2A69D1C1-7D9A-459E-870D-630877F7F168}" v="3038" dt="2026-10-12T08:59:53.951"/>
    <p1510:client id="{52B30F4D-3CBD-AADD-8F86-5BDE969AD0C7}" v="3" dt="2026-10-12T03:39:45.241"/>
    <p1510:client id="{666C462A-F60A-DE00-3CF8-1F1ED20AB02D}" v="1063" dt="2026-10-12T07:15:20.149"/>
    <p1510:client id="{6682FB56-5708-60FB-D08A-C4FA11559C98}" v="4" dt="2026-10-12T08:36:11.174"/>
    <p1510:client id="{6E8D8115-3E8E-059E-3F5D-CE9BA70A5C57}" v="70" dt="2026-10-12T06:19:28.174"/>
    <p1510:client id="{74BB7BA6-1093-ADDB-DE7C-491A6801F50B}" v="62" dt="2026-10-12T08:51:07.761"/>
    <p1510:client id="{95972CDA-F81E-01E4-F518-9F44D3213917}" v="207" dt="2026-10-12T03:24:14.418"/>
    <p1510:client id="{B33E6B6E-FC85-8C27-F9B8-5F44576EF35E}" v="368" dt="2026-10-12T04:21:48.506"/>
    <p1510:client id="{CFEB5EF5-E23A-C6DD-DB6C-D1F4D3BB8313}" v="170" dt="2026-10-12T07:41:06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14" autoAdjust="0"/>
    <p:restoredTop sz="94660"/>
  </p:normalViewPr>
  <p:slideViewPr>
    <p:cSldViewPr snapToGrid="0">
      <p:cViewPr varScale="1">
        <p:scale>
          <a:sx n="32" d="100"/>
          <a:sy n="32" d="100"/>
        </p:scale>
        <p:origin x="19" y="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userId="S::urn:spo:tenantanon#f09a4ef3-978d-434e-89da-a29b9f9f3c32::" providerId="AD" clId="Web-{1EE3E618-7B9B-E871-6675-E1B7FF2A8184}"/>
    <pc:docChg chg="addSld modSld sldOrd">
      <pc:chgData name="게스트 사용자" userId="S::urn:spo:tenantanon#f09a4ef3-978d-434e-89da-a29b9f9f3c32::" providerId="AD" clId="Web-{1EE3E618-7B9B-E871-6675-E1B7FF2A8184}" dt="2026-10-12T08:59:31.363" v="525" actId="20577"/>
      <pc:docMkLst>
        <pc:docMk/>
      </pc:docMkLst>
      <pc:sldChg chg="modSp">
        <pc:chgData name="게스트 사용자" userId="S::urn:spo:tenantanon#f09a4ef3-978d-434e-89da-a29b9f9f3c32::" providerId="AD" clId="Web-{1EE3E618-7B9B-E871-6675-E1B7FF2A8184}" dt="2026-10-12T08:22:08.864" v="20" actId="1076"/>
        <pc:sldMkLst>
          <pc:docMk/>
          <pc:sldMk cId="0" sldId="257"/>
        </pc:sldMkLst>
        <pc:spChg chg="mod">
          <ac:chgData name="게스트 사용자" userId="S::urn:spo:tenantanon#f09a4ef3-978d-434e-89da-a29b9f9f3c32::" providerId="AD" clId="Web-{1EE3E618-7B9B-E871-6675-E1B7FF2A8184}" dt="2026-10-12T08:22:08.864" v="20" actId="1076"/>
          <ac:spMkLst>
            <pc:docMk/>
            <pc:sldMk cId="0" sldId="257"/>
            <ac:spMk id="34" creationId="{3AF223D7-D372-C5DC-0AA0-6A2A408FE011}"/>
          </ac:spMkLst>
        </pc:spChg>
      </pc:sldChg>
      <pc:sldChg chg="modSp">
        <pc:chgData name="게스트 사용자" userId="S::urn:spo:tenantanon#f09a4ef3-978d-434e-89da-a29b9f9f3c32::" providerId="AD" clId="Web-{1EE3E618-7B9B-E871-6675-E1B7FF2A8184}" dt="2026-10-12T08:24:29.604" v="35" actId="20577"/>
        <pc:sldMkLst>
          <pc:docMk/>
          <pc:sldMk cId="0" sldId="258"/>
        </pc:sldMkLst>
        <pc:spChg chg="mod">
          <ac:chgData name="게스트 사용자" userId="S::urn:spo:tenantanon#f09a4ef3-978d-434e-89da-a29b9f9f3c32::" providerId="AD" clId="Web-{1EE3E618-7B9B-E871-6675-E1B7FF2A8184}" dt="2026-10-12T08:24:29.604" v="35" actId="20577"/>
          <ac:spMkLst>
            <pc:docMk/>
            <pc:sldMk cId="0" sldId="258"/>
            <ac:spMk id="102" creationId="{9298FD31-9436-4BB0-E87D-168C8B9FB4BE}"/>
          </ac:spMkLst>
        </pc:spChg>
      </pc:sldChg>
      <pc:sldChg chg="addSp delSp modSp">
        <pc:chgData name="게스트 사용자" userId="S::urn:spo:tenantanon#f09a4ef3-978d-434e-89da-a29b9f9f3c32::" providerId="AD" clId="Web-{1EE3E618-7B9B-E871-6675-E1B7FF2A8184}" dt="2026-10-12T08:47:37.198" v="352" actId="1076"/>
        <pc:sldMkLst>
          <pc:docMk/>
          <pc:sldMk cId="0" sldId="259"/>
        </pc:sldMkLst>
        <pc:spChg chg="del">
          <ac:chgData name="게스트 사용자" userId="S::urn:spo:tenantanon#f09a4ef3-978d-434e-89da-a29b9f9f3c32::" providerId="AD" clId="Web-{1EE3E618-7B9B-E871-6675-E1B7FF2A8184}" dt="2026-10-12T08:29:37.489" v="47"/>
          <ac:spMkLst>
            <pc:docMk/>
            <pc:sldMk cId="0" sldId="259"/>
            <ac:spMk id="2" creationId="{914954D9-BC71-7777-7385-CFC48DC663C5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29:37.489" v="46"/>
          <ac:spMkLst>
            <pc:docMk/>
            <pc:sldMk cId="0" sldId="259"/>
            <ac:spMk id="10" creationId="{7F6CFFFC-2DF1-E658-B7C5-37EE3F8B47F9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47:36.963" v="347" actId="1076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게스트 사용자" userId="S::urn:spo:tenantanon#f09a4ef3-978d-434e-89da-a29b9f9f3c32::" providerId="AD" clId="Web-{1EE3E618-7B9B-E871-6675-E1B7FF2A8184}" dt="2026-10-12T08:29:45.974" v="52"/>
          <ac:spMkLst>
            <pc:docMk/>
            <pc:sldMk cId="0" sldId="259"/>
            <ac:spMk id="14" creationId="{00000000-0000-0000-0000-000000000000}"/>
          </ac:spMkLst>
        </pc:spChg>
        <pc:spChg chg="add del mod">
          <ac:chgData name="게스트 사용자" userId="S::urn:spo:tenantanon#f09a4ef3-978d-434e-89da-a29b9f9f3c32::" providerId="AD" clId="Web-{1EE3E618-7B9B-E871-6675-E1B7FF2A8184}" dt="2026-10-12T08:19:27.656" v="3"/>
          <ac:spMkLst>
            <pc:docMk/>
            <pc:sldMk cId="0" sldId="259"/>
            <ac:spMk id="16" creationId="{FEF26EA9-F039-1907-5E16-7AB175DE4EAE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29:37.489" v="50"/>
          <ac:spMkLst>
            <pc:docMk/>
            <pc:sldMk cId="0" sldId="259"/>
            <ac:spMk id="19" creationId="{00000000-0000-0000-0000-000000000000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29:37.489" v="45"/>
          <ac:spMkLst>
            <pc:docMk/>
            <pc:sldMk cId="0" sldId="259"/>
            <ac:spMk id="26" creationId="{DA189AD2-FA56-298A-2528-444143280A56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29:37.489" v="44"/>
          <ac:spMkLst>
            <pc:docMk/>
            <pc:sldMk cId="0" sldId="259"/>
            <ac:spMk id="27" creationId="{AA316E32-1C80-A812-F6F7-321503DB2740}"/>
          </ac:spMkLst>
        </pc:spChg>
        <pc:spChg chg="del mod">
          <ac:chgData name="게스트 사용자" userId="S::urn:spo:tenantanon#f09a4ef3-978d-434e-89da-a29b9f9f3c32::" providerId="AD" clId="Web-{1EE3E618-7B9B-E871-6675-E1B7FF2A8184}" dt="2026-10-12T08:24:45.151" v="36"/>
          <ac:spMkLst>
            <pc:docMk/>
            <pc:sldMk cId="0" sldId="259"/>
            <ac:spMk id="29" creationId="{B03809E7-F719-E1C1-47DE-AA6CC03819BE}"/>
          </ac:spMkLst>
        </pc:spChg>
        <pc:spChg chg="add del mod">
          <ac:chgData name="게스트 사용자" userId="S::urn:spo:tenantanon#f09a4ef3-978d-434e-89da-a29b9f9f3c32::" providerId="AD" clId="Web-{1EE3E618-7B9B-E871-6675-E1B7FF2A8184}" dt="2026-10-12T08:37:50.303" v="184"/>
          <ac:spMkLst>
            <pc:docMk/>
            <pc:sldMk cId="0" sldId="259"/>
            <ac:spMk id="33" creationId="{1C9745EA-8696-BDAA-E305-38855682BFFF}"/>
          </ac:spMkLst>
        </pc:spChg>
        <pc:spChg chg="add mod">
          <ac:chgData name="게스트 사용자" userId="S::urn:spo:tenantanon#f09a4ef3-978d-434e-89da-a29b9f9f3c32::" providerId="AD" clId="Web-{1EE3E618-7B9B-E871-6675-E1B7FF2A8184}" dt="2026-10-12T08:47:37.198" v="352" actId="1076"/>
          <ac:spMkLst>
            <pc:docMk/>
            <pc:sldMk cId="0" sldId="259"/>
            <ac:spMk id="35" creationId="{668D5DFF-EC83-CEC9-2AD7-A53E39F48491}"/>
          </ac:spMkLst>
        </pc:spChg>
        <pc:spChg chg="add mod">
          <ac:chgData name="게스트 사용자" userId="S::urn:spo:tenantanon#f09a4ef3-978d-434e-89da-a29b9f9f3c32::" providerId="AD" clId="Web-{1EE3E618-7B9B-E871-6675-E1B7FF2A8184}" dt="2026-10-12T08:47:23.604" v="340" actId="20577"/>
          <ac:spMkLst>
            <pc:docMk/>
            <pc:sldMk cId="0" sldId="259"/>
            <ac:spMk id="37" creationId="{A89EAD25-2B55-513B-5EEA-49CF63AE0639}"/>
          </ac:spMkLst>
        </pc:spChg>
        <pc:spChg chg="add del mod">
          <ac:chgData name="게스트 사용자" userId="S::urn:spo:tenantanon#f09a4ef3-978d-434e-89da-a29b9f9f3c32::" providerId="AD" clId="Web-{1EE3E618-7B9B-E871-6675-E1B7FF2A8184}" dt="2026-10-12T08:39:06.837" v="220"/>
          <ac:spMkLst>
            <pc:docMk/>
            <pc:sldMk cId="0" sldId="259"/>
            <ac:spMk id="39" creationId="{A5E03369-90DE-44C2-CBCD-21F7DDD8F96B}"/>
          </ac:spMkLst>
        </pc:spChg>
        <pc:spChg chg="add mod">
          <ac:chgData name="게스트 사용자" userId="S::urn:spo:tenantanon#f09a4ef3-978d-434e-89da-a29b9f9f3c32::" providerId="AD" clId="Web-{1EE3E618-7B9B-E871-6675-E1B7FF2A8184}" dt="2026-10-12T08:46:47.180" v="331" actId="20577"/>
          <ac:spMkLst>
            <pc:docMk/>
            <pc:sldMk cId="0" sldId="259"/>
            <ac:spMk id="41" creationId="{33694AB9-078A-7703-3EF8-27102618A963}"/>
          </ac:spMkLst>
        </pc:spChg>
        <pc:spChg chg="add mod">
          <ac:chgData name="게스트 사용자" userId="S::urn:spo:tenantanon#f09a4ef3-978d-434e-89da-a29b9f9f3c32::" providerId="AD" clId="Web-{1EE3E618-7B9B-E871-6675-E1B7FF2A8184}" dt="2026-10-12T08:44:35.817" v="282" actId="20577"/>
          <ac:spMkLst>
            <pc:docMk/>
            <pc:sldMk cId="0" sldId="259"/>
            <ac:spMk id="43" creationId="{7814A366-233F-536B-2480-909849ADE177}"/>
          </ac:spMkLst>
        </pc:spChg>
        <pc:picChg chg="mod">
          <ac:chgData name="게스트 사용자" userId="S::urn:spo:tenantanon#f09a4ef3-978d-434e-89da-a29b9f9f3c32::" providerId="AD" clId="Web-{1EE3E618-7B9B-E871-6675-E1B7FF2A8184}" dt="2026-10-12T08:47:36.995" v="348" actId="1076"/>
          <ac:picMkLst>
            <pc:docMk/>
            <pc:sldMk cId="0" sldId="259"/>
            <ac:picMk id="15" creationId="{00000000-0000-0000-0000-000000000000}"/>
          </ac:picMkLst>
        </pc:picChg>
        <pc:picChg chg="mod">
          <ac:chgData name="게스트 사용자" userId="S::urn:spo:tenantanon#f09a4ef3-978d-434e-89da-a29b9f9f3c32::" providerId="AD" clId="Web-{1EE3E618-7B9B-E871-6675-E1B7FF2A8184}" dt="2026-10-12T08:47:37.057" v="349" actId="1076"/>
          <ac:picMkLst>
            <pc:docMk/>
            <pc:sldMk cId="0" sldId="259"/>
            <ac:picMk id="17" creationId="{00000000-0000-0000-0000-000000000000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30:19.272" v="54"/>
          <ac:picMkLst>
            <pc:docMk/>
            <pc:sldMk cId="0" sldId="259"/>
            <ac:picMk id="18" creationId="{00000000-0000-0000-0000-000000000000}"/>
          </ac:picMkLst>
        </pc:picChg>
        <pc:picChg chg="add del mod">
          <ac:chgData name="게스트 사용자" userId="S::urn:spo:tenantanon#f09a4ef3-978d-434e-89da-a29b9f9f3c32::" providerId="AD" clId="Web-{1EE3E618-7B9B-E871-6675-E1B7FF2A8184}" dt="2026-10-12T08:19:48.938" v="8"/>
          <ac:picMkLst>
            <pc:docMk/>
            <pc:sldMk cId="0" sldId="259"/>
            <ac:picMk id="20" creationId="{247A96B9-85AE-DF44-B1D2-8F10A62C066D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29:31.348" v="43"/>
          <ac:picMkLst>
            <pc:docMk/>
            <pc:sldMk cId="0" sldId="259"/>
            <ac:picMk id="21" creationId="{00000000-0000-0000-0000-000000000000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29:37.489" v="49"/>
          <ac:picMkLst>
            <pc:docMk/>
            <pc:sldMk cId="0" sldId="259"/>
            <ac:picMk id="22" creationId="{00000000-0000-0000-0000-000000000000}"/>
          </ac:picMkLst>
        </pc:picChg>
        <pc:picChg chg="add del mod">
          <ac:chgData name="게스트 사용자" userId="S::urn:spo:tenantanon#f09a4ef3-978d-434e-89da-a29b9f9f3c32::" providerId="AD" clId="Web-{1EE3E618-7B9B-E871-6675-E1B7FF2A8184}" dt="2026-10-12T08:26:34.108" v="38"/>
          <ac:picMkLst>
            <pc:docMk/>
            <pc:sldMk cId="0" sldId="259"/>
            <ac:picMk id="23" creationId="{5868ED45-C820-241C-6B94-9FC5FA6DC4FC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47:37.104" v="350" actId="1076"/>
          <ac:picMkLst>
            <pc:docMk/>
            <pc:sldMk cId="0" sldId="259"/>
            <ac:picMk id="24" creationId="{EFC072D6-16AC-108E-9DA3-31A7AF7ADE94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29:37.489" v="48"/>
          <ac:picMkLst>
            <pc:docMk/>
            <pc:sldMk cId="0" sldId="259"/>
            <ac:picMk id="25" creationId="{00000000-0000-0000-0000-000000000000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47:37.151" v="351" actId="1076"/>
          <ac:picMkLst>
            <pc:docMk/>
            <pc:sldMk cId="0" sldId="259"/>
            <ac:picMk id="30" creationId="{4C4BD834-037F-5EE2-17D0-403E2BE2CE89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40:06.995" v="237" actId="1076"/>
          <ac:picMkLst>
            <pc:docMk/>
            <pc:sldMk cId="0" sldId="259"/>
            <ac:picMk id="32" creationId="{0FACE11F-6B89-A62A-6D5A-D96FEE49D864}"/>
          </ac:picMkLst>
        </pc:picChg>
        <pc:picChg chg="add del mod">
          <ac:chgData name="게스트 사용자" userId="S::urn:spo:tenantanon#f09a4ef3-978d-434e-89da-a29b9f9f3c32::" providerId="AD" clId="Web-{1EE3E618-7B9B-E871-6675-E1B7FF2A8184}" dt="2026-10-12T08:39:05.149" v="219"/>
          <ac:picMkLst>
            <pc:docMk/>
            <pc:sldMk cId="0" sldId="259"/>
            <ac:picMk id="38" creationId="{B8534A57-3BE1-64DD-9C53-4C2AE37E599B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40:07.073" v="239" actId="1076"/>
          <ac:picMkLst>
            <pc:docMk/>
            <pc:sldMk cId="0" sldId="259"/>
            <ac:picMk id="40" creationId="{EBE87C73-66ED-A3FD-42EF-22527D71D8DE}"/>
          </ac:picMkLst>
        </pc:picChg>
      </pc:sldChg>
      <pc:sldChg chg="modSp">
        <pc:chgData name="게스트 사용자" userId="S::urn:spo:tenantanon#f09a4ef3-978d-434e-89da-a29b9f9f3c32::" providerId="AD" clId="Web-{1EE3E618-7B9B-E871-6675-E1B7FF2A8184}" dt="2026-10-12T08:58:29.048" v="505" actId="20577"/>
        <pc:sldMkLst>
          <pc:docMk/>
          <pc:sldMk cId="0" sldId="266"/>
        </pc:sldMkLst>
        <pc:spChg chg="mod">
          <ac:chgData name="게스트 사용자" userId="S::urn:spo:tenantanon#f09a4ef3-978d-434e-89da-a29b9f9f3c32::" providerId="AD" clId="Web-{1EE3E618-7B9B-E871-6675-E1B7FF2A8184}" dt="2026-10-12T08:58:29.048" v="505" actId="20577"/>
          <ac:spMkLst>
            <pc:docMk/>
            <pc:sldMk cId="0" sldId="266"/>
            <ac:spMk id="10" creationId="{00000000-0000-0000-0000-000000000000}"/>
          </ac:spMkLst>
        </pc:spChg>
      </pc:sldChg>
      <pc:sldChg chg="addSp delSp modSp add ord replId">
        <pc:chgData name="게스트 사용자" userId="S::urn:spo:tenantanon#f09a4ef3-978d-434e-89da-a29b9f9f3c32::" providerId="AD" clId="Web-{1EE3E618-7B9B-E871-6675-E1B7FF2A8184}" dt="2026-10-12T08:59:31.363" v="525" actId="20577"/>
        <pc:sldMkLst>
          <pc:docMk/>
          <pc:sldMk cId="2409263151" sldId="296"/>
        </pc:sldMkLst>
        <pc:spChg chg="mod">
          <ac:chgData name="게스트 사용자" userId="S::urn:spo:tenantanon#f09a4ef3-978d-434e-89da-a29b9f9f3c32::" providerId="AD" clId="Web-{1EE3E618-7B9B-E871-6675-E1B7FF2A8184}" dt="2026-10-12T08:59:31.363" v="525" actId="20577"/>
          <ac:spMkLst>
            <pc:docMk/>
            <pc:sldMk cId="2409263151" sldId="296"/>
            <ac:spMk id="10" creationId="{59537FF3-B054-4EC4-B3C4-06C138943533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58:52.830" v="512" actId="20577"/>
          <ac:spMkLst>
            <pc:docMk/>
            <pc:sldMk cId="2409263151" sldId="296"/>
            <ac:spMk id="17" creationId="{EC6CB1A0-EF2D-9960-5166-DDC7C396D993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53:28.413" v="371"/>
          <ac:spMkLst>
            <pc:docMk/>
            <pc:sldMk cId="2409263151" sldId="296"/>
            <ac:spMk id="19" creationId="{F1C7462F-7927-6577-F22F-9560F8D5A688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58:59.283" v="520" actId="20577"/>
          <ac:spMkLst>
            <pc:docMk/>
            <pc:sldMk cId="2409263151" sldId="296"/>
            <ac:spMk id="21" creationId="{B477A8EF-09B4-E514-836F-213B16E9D2F0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57:23.405" v="480" actId="1076"/>
          <ac:spMkLst>
            <pc:docMk/>
            <pc:sldMk cId="2409263151" sldId="296"/>
            <ac:spMk id="22" creationId="{5EFB9804-489E-D7AA-E3FE-450101F04CE5}"/>
          </ac:spMkLst>
        </pc:spChg>
        <pc:spChg chg="del mod">
          <ac:chgData name="게스트 사용자" userId="S::urn:spo:tenantanon#f09a4ef3-978d-434e-89da-a29b9f9f3c32::" providerId="AD" clId="Web-{1EE3E618-7B9B-E871-6675-E1B7FF2A8184}" dt="2026-10-12T08:55:32.136" v="417"/>
          <ac:spMkLst>
            <pc:docMk/>
            <pc:sldMk cId="2409263151" sldId="296"/>
            <ac:spMk id="23" creationId="{273E491F-7632-3F09-CCEB-6D84534D7483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57:19.155" v="479" actId="1076"/>
          <ac:spMkLst>
            <pc:docMk/>
            <pc:sldMk cId="2409263151" sldId="296"/>
            <ac:spMk id="24" creationId="{806EF6BC-37B0-444A-2FAC-5F9B1E92D216}"/>
          </ac:spMkLst>
        </pc:spChg>
        <pc:spChg chg="mod">
          <ac:chgData name="게스트 사용자" userId="S::urn:spo:tenantanon#f09a4ef3-978d-434e-89da-a29b9f9f3c32::" providerId="AD" clId="Web-{1EE3E618-7B9B-E871-6675-E1B7FF2A8184}" dt="2026-10-12T08:53:33.538" v="374" actId="14100"/>
          <ac:spMkLst>
            <pc:docMk/>
            <pc:sldMk cId="2409263151" sldId="296"/>
            <ac:spMk id="27" creationId="{1BB3C890-488F-5CBD-634C-97E6F78DCBB1}"/>
          </ac:spMkLst>
        </pc:spChg>
        <pc:spChg chg="del">
          <ac:chgData name="게스트 사용자" userId="S::urn:spo:tenantanon#f09a4ef3-978d-434e-89da-a29b9f9f3c32::" providerId="AD" clId="Web-{1EE3E618-7B9B-E871-6675-E1B7FF2A8184}" dt="2026-10-12T08:53:30.085" v="373"/>
          <ac:spMkLst>
            <pc:docMk/>
            <pc:sldMk cId="2409263151" sldId="296"/>
            <ac:spMk id="28" creationId="{681C93D4-25C2-2874-4535-5F40734D18C5}"/>
          </ac:spMkLst>
        </pc:spChg>
        <pc:spChg chg="del mod">
          <ac:chgData name="게스트 사용자" userId="S::urn:spo:tenantanon#f09a4ef3-978d-434e-89da-a29b9f9f3c32::" providerId="AD" clId="Web-{1EE3E618-7B9B-E871-6675-E1B7FF2A8184}" dt="2026-10-12T08:53:38.132" v="376"/>
          <ac:spMkLst>
            <pc:docMk/>
            <pc:sldMk cId="2409263151" sldId="296"/>
            <ac:spMk id="29" creationId="{39F6A0A4-6BAB-C3E5-CD35-71F1EA80950E}"/>
          </ac:spMkLst>
        </pc:spChg>
        <pc:spChg chg="add mod ord">
          <ac:chgData name="게스트 사용자" userId="S::urn:spo:tenantanon#f09a4ef3-978d-434e-89da-a29b9f9f3c32::" providerId="AD" clId="Web-{1EE3E618-7B9B-E871-6675-E1B7FF2A8184}" dt="2026-10-12T08:54:58.416" v="407"/>
          <ac:spMkLst>
            <pc:docMk/>
            <pc:sldMk cId="2409263151" sldId="296"/>
            <ac:spMk id="30" creationId="{09BDE74F-BA25-D73E-E719-E68A7726D911}"/>
          </ac:spMkLst>
        </pc:spChg>
        <pc:picChg chg="del">
          <ac:chgData name="게스트 사용자" userId="S::urn:spo:tenantanon#f09a4ef3-978d-434e-89da-a29b9f9f3c32::" providerId="AD" clId="Web-{1EE3E618-7B9B-E871-6675-E1B7FF2A8184}" dt="2026-10-12T08:53:11.350" v="361"/>
          <ac:picMkLst>
            <pc:docMk/>
            <pc:sldMk cId="2409263151" sldId="296"/>
            <ac:picMk id="3" creationId="{4065B0AB-E686-B209-5335-0DDE757781CF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53:53.226" v="381" actId="14100"/>
          <ac:picMkLst>
            <pc:docMk/>
            <pc:sldMk cId="2409263151" sldId="296"/>
            <ac:picMk id="8" creationId="{1E1CBA8F-1AD9-533F-37E4-6EDA54CD109C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52:52.802" v="357"/>
          <ac:picMkLst>
            <pc:docMk/>
            <pc:sldMk cId="2409263151" sldId="296"/>
            <ac:picMk id="13" creationId="{D2720D80-85FE-38AE-5C9A-110B994F27F9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53:25.741" v="369"/>
          <ac:picMkLst>
            <pc:docMk/>
            <pc:sldMk cId="2409263151" sldId="296"/>
            <ac:picMk id="14" creationId="{FFF4A327-3F78-A937-009E-9F8FD84208D5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55:25.448" v="414" actId="14100"/>
          <ac:picMkLst>
            <pc:docMk/>
            <pc:sldMk cId="2409263151" sldId="296"/>
            <ac:picMk id="15" creationId="{C5DC3728-BD24-7C28-447E-E159EE5A33BF}"/>
          </ac:picMkLst>
        </pc:picChg>
        <pc:picChg chg="mod">
          <ac:chgData name="게스트 사용자" userId="S::urn:spo:tenantanon#f09a4ef3-978d-434e-89da-a29b9f9f3c32::" providerId="AD" clId="Web-{1EE3E618-7B9B-E871-6675-E1B7FF2A8184}" dt="2026-10-12T08:54:23.071" v="387" actId="1076"/>
          <ac:picMkLst>
            <pc:docMk/>
            <pc:sldMk cId="2409263151" sldId="296"/>
            <ac:picMk id="16" creationId="{33A6BDA2-1DE4-E94C-40FE-6265F4AC75C7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53:29.163" v="372"/>
          <ac:picMkLst>
            <pc:docMk/>
            <pc:sldMk cId="2409263151" sldId="296"/>
            <ac:picMk id="18" creationId="{352A1064-7032-2083-594E-59F2B1E89DB2}"/>
          </ac:picMkLst>
        </pc:picChg>
        <pc:picChg chg="mod">
          <ac:chgData name="게스트 사용자" userId="S::urn:spo:tenantanon#f09a4ef3-978d-434e-89da-a29b9f9f3c32::" providerId="AD" clId="Web-{1EE3E618-7B9B-E871-6675-E1B7FF2A8184}" dt="2026-10-12T08:54:40.853" v="395" actId="1076"/>
          <ac:picMkLst>
            <pc:docMk/>
            <pc:sldMk cId="2409263151" sldId="296"/>
            <ac:picMk id="20" creationId="{3CB91416-5257-8A6C-6040-4D851D3C3EB9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53:27.335" v="370"/>
          <ac:picMkLst>
            <pc:docMk/>
            <pc:sldMk cId="2409263151" sldId="296"/>
            <ac:picMk id="25" creationId="{1ED9B144-E10D-34D6-358E-4A4A5F65604B}"/>
          </ac:picMkLst>
        </pc:picChg>
        <pc:picChg chg="del">
          <ac:chgData name="게스트 사용자" userId="S::urn:spo:tenantanon#f09a4ef3-978d-434e-89da-a29b9f9f3c32::" providerId="AD" clId="Web-{1EE3E618-7B9B-E871-6675-E1B7FF2A8184}" dt="2026-10-12T08:54:12.680" v="384"/>
          <ac:picMkLst>
            <pc:docMk/>
            <pc:sldMk cId="2409263151" sldId="296"/>
            <ac:picMk id="26" creationId="{4D955EED-3D41-FF7A-1399-251D3968C847}"/>
          </ac:picMkLst>
        </pc:picChg>
        <pc:picChg chg="add mod">
          <ac:chgData name="게스트 사용자" userId="S::urn:spo:tenantanon#f09a4ef3-978d-434e-89da-a29b9f9f3c32::" providerId="AD" clId="Web-{1EE3E618-7B9B-E871-6675-E1B7FF2A8184}" dt="2026-10-12T08:57:15.108" v="478" actId="1076"/>
          <ac:picMkLst>
            <pc:docMk/>
            <pc:sldMk cId="2409263151" sldId="296"/>
            <ac:picMk id="32" creationId="{95C4994E-3E67-EB2B-D680-48F2FB9EEE75}"/>
          </ac:picMkLst>
        </pc:picChg>
      </pc:sldChg>
    </pc:docChg>
  </pc:docChgLst>
  <pc:docChgLst>
    <pc:chgData name="게스트 사용자" userId="S::urn:spo:tenantanon#f09a4ef3-978d-434e-89da-a29b9f9f3c32::" providerId="AD" clId="Web-{6682FB56-5708-60FB-D08A-C4FA11559C98}"/>
    <pc:docChg chg="modSld">
      <pc:chgData name="게스트 사용자" userId="S::urn:spo:tenantanon#f09a4ef3-978d-434e-89da-a29b9f9f3c32::" providerId="AD" clId="Web-{6682FB56-5708-60FB-D08A-C4FA11559C98}" dt="2026-10-12T08:34:58.205" v="2" actId="20577"/>
      <pc:docMkLst>
        <pc:docMk/>
      </pc:docMkLst>
      <pc:sldChg chg="modSp">
        <pc:chgData name="게스트 사용자" userId="S::urn:spo:tenantanon#f09a4ef3-978d-434e-89da-a29b9f9f3c32::" providerId="AD" clId="Web-{6682FB56-5708-60FB-D08A-C4FA11559C98}" dt="2026-10-12T08:34:58.205" v="2" actId="20577"/>
        <pc:sldMkLst>
          <pc:docMk/>
          <pc:sldMk cId="1229656876" sldId="283"/>
        </pc:sldMkLst>
        <pc:spChg chg="mod">
          <ac:chgData name="게스트 사용자" userId="S::urn:spo:tenantanon#f09a4ef3-978d-434e-89da-a29b9f9f3c32::" providerId="AD" clId="Web-{6682FB56-5708-60FB-D08A-C4FA11559C98}" dt="2026-10-12T08:34:58.205" v="2" actId="20577"/>
          <ac:spMkLst>
            <pc:docMk/>
            <pc:sldMk cId="1229656876" sldId="283"/>
            <ac:spMk id="44" creationId="{96C71743-0BFB-1BB1-F366-2F9E0BF9FD30}"/>
          </ac:spMkLst>
        </pc:spChg>
      </pc:sldChg>
    </pc:docChg>
  </pc:docChgLst>
  <pc:docChgLst>
    <pc:chgData name="게스트 사용자" userId="S::urn:spo:tenantanon#f09a4ef3-978d-434e-89da-a29b9f9f3c32::" providerId="AD" clId="Web-{00000000-0000-0000-0000-000000000000}"/>
    <pc:docChg chg="modSld">
      <pc:chgData name="게스트 사용자" userId="S::urn:spo:tenantanon#f09a4ef3-978d-434e-89da-a29b9f9f3c32::" providerId="AD" clId="Web-{00000000-0000-0000-0000-000000000000}" dt="2026-10-12T07:59:17.059" v="1624" actId="20577"/>
      <pc:docMkLst>
        <pc:docMk/>
      </pc:docMkLst>
      <pc:sldChg chg="addSp delSp modSp">
        <pc:chgData name="게스트 사용자" userId="S::urn:spo:tenantanon#f09a4ef3-978d-434e-89da-a29b9f9f3c32::" providerId="AD" clId="Web-{00000000-0000-0000-0000-000000000000}" dt="2026-10-12T04:01:41.262" v="457" actId="20577"/>
        <pc:sldMkLst>
          <pc:docMk/>
          <pc:sldMk cId="0" sldId="256"/>
        </pc:sldMkLst>
        <pc:spChg chg="mod">
          <ac:chgData name="게스트 사용자" userId="S::urn:spo:tenantanon#f09a4ef3-978d-434e-89da-a29b9f9f3c32::" providerId="AD" clId="Web-{00000000-0000-0000-0000-000000000000}" dt="2026-10-12T03:51:58.341" v="373" actId="20577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57:20.763" v="414"/>
          <ac:spMkLst>
            <pc:docMk/>
            <pc:sldMk cId="0" sldId="256"/>
            <ac:spMk id="4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4:01:41.262" v="457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게스트 사용자" userId="S::urn:spo:tenantanon#f09a4ef3-978d-434e-89da-a29b9f9f3c32::" providerId="AD" clId="Web-{00000000-0000-0000-0000-000000000000}" dt="2026-10-12T04:01:28.512" v="447"/>
          <ac:spMkLst>
            <pc:docMk/>
            <pc:sldMk cId="0" sldId="256"/>
            <ac:spMk id="6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4:01:22.747" v="44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59:22.872" v="427" actId="1076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4:01:10.716" v="444" actId="1076"/>
          <ac:spMkLst>
            <pc:docMk/>
            <pc:sldMk cId="0" sldId="256"/>
            <ac:spMk id="26" creationId="{304C6D38-41C1-CB20-09AC-6E64F9570557}"/>
          </ac:spMkLst>
        </pc:spChg>
        <pc:picChg chg="mod">
          <ac:chgData name="게스트 사용자" userId="S::urn:spo:tenantanon#f09a4ef3-978d-434e-89da-a29b9f9f3c32::" providerId="AD" clId="Web-{00000000-0000-0000-0000-000000000000}" dt="2026-10-12T04:01:22.762" v="446" actId="1076"/>
          <ac:picMkLst>
            <pc:docMk/>
            <pc:sldMk cId="0" sldId="256"/>
            <ac:picMk id="8" creationId="{00000000-0000-0000-0000-000000000000}"/>
          </ac:picMkLst>
        </pc:picChg>
        <pc:picChg chg="add del mod modCrop">
          <ac:chgData name="게스트 사용자" userId="S::urn:spo:tenantanon#f09a4ef3-978d-434e-89da-a29b9f9f3c32::" providerId="AD" clId="Web-{00000000-0000-0000-0000-000000000000}" dt="2026-10-12T03:55:54.372" v="409"/>
          <ac:picMkLst>
            <pc:docMk/>
            <pc:sldMk cId="0" sldId="256"/>
            <ac:picMk id="24" creationId="{FA615AE7-144B-EEA0-7494-5B6D13357557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3:59:22.872" v="428" actId="1076"/>
          <ac:picMkLst>
            <pc:docMk/>
            <pc:sldMk cId="0" sldId="256"/>
            <ac:picMk id="25" creationId="{937B985C-5981-213E-D374-1F21BAE471F0}"/>
          </ac:picMkLst>
        </pc:picChg>
      </pc:sldChg>
      <pc:sldChg chg="addSp delSp modSp">
        <pc:chgData name="게스트 사용자" userId="S::urn:spo:tenantanon#f09a4ef3-978d-434e-89da-a29b9f9f3c32::" providerId="AD" clId="Web-{00000000-0000-0000-0000-000000000000}" dt="2026-10-12T06:49:15.908" v="534" actId="14100"/>
        <pc:sldMkLst>
          <pc:docMk/>
          <pc:sldMk cId="0" sldId="257"/>
        </pc:sldMkLst>
        <pc:spChg chg="add mod">
          <ac:chgData name="게스트 사용자" userId="S::urn:spo:tenantanon#f09a4ef3-978d-434e-89da-a29b9f9f3c32::" providerId="AD" clId="Web-{00000000-0000-0000-0000-000000000000}" dt="2026-10-12T06:43:26.836" v="488"/>
          <ac:spMkLst>
            <pc:docMk/>
            <pc:sldMk cId="0" sldId="257"/>
            <ac:spMk id="2" creationId="{9F3C4488-6DAB-A235-F1E0-57EE1FF9B8D1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428" v="461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491" v="462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569" v="463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694" v="46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741" v="466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788" v="467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913" v="469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39.959" v="470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006" v="471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131" v="473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194" v="474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256" v="475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366" v="477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850" v="478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0.913" v="479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1.006" v="481" actId="1076"/>
          <ac:spMkLst>
            <pc:docMk/>
            <pc:sldMk cId="0" sldId="257"/>
            <ac:spMk id="27" creationId="{2D3B3312-F66C-8246-2E51-5D0E7FB9CE53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1.256" v="482" actId="1076"/>
          <ac:spMkLst>
            <pc:docMk/>
            <pc:sldMk cId="0" sldId="257"/>
            <ac:spMk id="28" creationId="{45FFB94D-48EC-5313-CF63-DA0A58C4F77D}"/>
          </ac:spMkLst>
        </pc:spChg>
        <pc:spChg chg="mod">
          <ac:chgData name="게스트 사용자" userId="S::urn:spo:tenantanon#f09a4ef3-978d-434e-89da-a29b9f9f3c32::" providerId="AD" clId="Web-{00000000-0000-0000-0000-000000000000}" dt="2026-10-12T06:42:41.553" v="483" actId="1076"/>
          <ac:spMkLst>
            <pc:docMk/>
            <pc:sldMk cId="0" sldId="257"/>
            <ac:spMk id="29" creationId="{E9123281-0055-06EE-A143-922C3B062CF9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6:43:43.602" v="489" actId="1076"/>
          <ac:spMkLst>
            <pc:docMk/>
            <pc:sldMk cId="0" sldId="257"/>
            <ac:spMk id="34" creationId="{3AF223D7-D372-C5DC-0AA0-6A2A408FE011}"/>
          </ac:spMkLst>
        </pc:spChg>
        <pc:picChg chg="del mod">
          <ac:chgData name="게스트 사용자" userId="S::urn:spo:tenantanon#f09a4ef3-978d-434e-89da-a29b9f9f3c32::" providerId="AD" clId="Web-{00000000-0000-0000-0000-000000000000}" dt="2026-10-12T06:49:14.002" v="533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39.631" v="464" actId="1076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39.850" v="468" actId="1076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40.069" v="472" actId="1076"/>
          <ac:picMkLst>
            <pc:docMk/>
            <pc:sldMk cId="0" sldId="257"/>
            <ac:picMk id="18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40.303" v="476" actId="1076"/>
          <ac:picMkLst>
            <pc:docMk/>
            <pc:sldMk cId="0" sldId="257"/>
            <ac:picMk id="22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40.960" v="480" actId="1076"/>
          <ac:picMkLst>
            <pc:docMk/>
            <pc:sldMk cId="0" sldId="257"/>
            <ac:picMk id="26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6:42:41.850" v="484" actId="1076"/>
          <ac:picMkLst>
            <pc:docMk/>
            <pc:sldMk cId="0" sldId="257"/>
            <ac:picMk id="30" creationId="{8073FC5A-8162-4FAD-8BF9-D87B0AF2E27D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6:48:48.251" v="527"/>
          <ac:picMkLst>
            <pc:docMk/>
            <pc:sldMk cId="0" sldId="257"/>
            <ac:picMk id="38" creationId="{39206CAA-C33D-B044-C224-F0FF6BE066D2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6:49:15.908" v="534" actId="14100"/>
          <ac:picMkLst>
            <pc:docMk/>
            <pc:sldMk cId="0" sldId="257"/>
            <ac:picMk id="40" creationId="{C640B577-D826-7D3F-20C8-F2AC0ABCF10D}"/>
          </ac:picMkLst>
        </pc:picChg>
      </pc:sldChg>
      <pc:sldChg chg="addSp delSp modSp">
        <pc:chgData name="게스트 사용자" userId="S::urn:spo:tenantanon#f09a4ef3-978d-434e-89da-a29b9f9f3c32::" providerId="AD" clId="Web-{00000000-0000-0000-0000-000000000000}" dt="2026-10-12T07:42:15.593" v="1565" actId="1076"/>
        <pc:sldMkLst>
          <pc:docMk/>
          <pc:sldMk cId="0" sldId="258"/>
        </pc:sldMkLst>
        <pc:spChg chg="mod">
          <ac:chgData name="게스트 사용자" userId="S::urn:spo:tenantanon#f09a4ef3-978d-434e-89da-a29b9f9f3c32::" providerId="AD" clId="Web-{00000000-0000-0000-0000-000000000000}" dt="2026-10-12T07:28:12.022" v="1301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7:24:06.546" v="1188" actId="1076"/>
          <ac:spMkLst>
            <pc:docMk/>
            <pc:sldMk cId="0" sldId="258"/>
            <ac:spMk id="8" creationId="{00000000-0000-0000-0000-000000000000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6:49:38.956" v="537"/>
          <ac:spMkLst>
            <pc:docMk/>
            <pc:sldMk cId="0" sldId="258"/>
            <ac:spMk id="10" creationId="{CC10D61B-9081-99A5-8BE5-AEC6D8D936CF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6:50:18.691" v="542"/>
          <ac:spMkLst>
            <pc:docMk/>
            <pc:sldMk cId="0" sldId="258"/>
            <ac:spMk id="13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6:55:20.012" v="680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6:55:20.012" v="677"/>
          <ac:spMkLst>
            <pc:docMk/>
            <pc:sldMk cId="0" sldId="258"/>
            <ac:spMk id="18" creationId="{00000000-0000-0000-0000-000000000000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14:24.373" v="955"/>
          <ac:spMkLst>
            <pc:docMk/>
            <pc:sldMk cId="0" sldId="258"/>
            <ac:spMk id="22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6:55:19.997" v="673"/>
          <ac:spMkLst>
            <pc:docMk/>
            <pc:sldMk cId="0" sldId="258"/>
            <ac:spMk id="26" creationId="{00000000-0000-0000-0000-000000000000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7:27:11.161" v="1285"/>
          <ac:spMkLst>
            <pc:docMk/>
            <pc:sldMk cId="0" sldId="258"/>
            <ac:spMk id="35" creationId="{2EDB799E-63A0-AF35-A7E6-E917D278E50D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6:55:49.091" v="688"/>
          <ac:spMkLst>
            <pc:docMk/>
            <pc:sldMk cId="0" sldId="258"/>
            <ac:spMk id="36" creationId="{F3602535-8C76-DDD5-363E-1524A2EA671E}"/>
          </ac:spMkLst>
        </pc:spChg>
        <pc:spChg chg="add mod topLvl">
          <ac:chgData name="게스트 사용자" userId="S::urn:spo:tenantanon#f09a4ef3-978d-434e-89da-a29b9f9f3c32::" providerId="AD" clId="Web-{00000000-0000-0000-0000-000000000000}" dt="2026-10-12T07:14:24.373" v="955"/>
          <ac:spMkLst>
            <pc:docMk/>
            <pc:sldMk cId="0" sldId="258"/>
            <ac:spMk id="54" creationId="{552C74C4-6559-59DA-C385-F171634700DC}"/>
          </ac:spMkLst>
        </pc:spChg>
        <pc:spChg chg="add mod topLvl">
          <ac:chgData name="게스트 사용자" userId="S::urn:spo:tenantanon#f09a4ef3-978d-434e-89da-a29b9f9f3c32::" providerId="AD" clId="Web-{00000000-0000-0000-0000-000000000000}" dt="2026-10-12T07:14:24.373" v="955"/>
          <ac:spMkLst>
            <pc:docMk/>
            <pc:sldMk cId="0" sldId="258"/>
            <ac:spMk id="55" creationId="{A40E7B3C-144A-0967-B899-B9E5ED483C0C}"/>
          </ac:spMkLst>
        </pc:spChg>
        <pc:spChg chg="add mod topLvl">
          <ac:chgData name="게스트 사용자" userId="S::urn:spo:tenantanon#f09a4ef3-978d-434e-89da-a29b9f9f3c32::" providerId="AD" clId="Web-{00000000-0000-0000-0000-000000000000}" dt="2026-10-12T07:14:24.373" v="955"/>
          <ac:spMkLst>
            <pc:docMk/>
            <pc:sldMk cId="0" sldId="258"/>
            <ac:spMk id="56" creationId="{FA82A513-8849-9A4D-FA29-2490675985C9}"/>
          </ac:spMkLst>
        </pc:spChg>
        <pc:spChg chg="add del">
          <ac:chgData name="게스트 사용자" userId="S::urn:spo:tenantanon#f09a4ef3-978d-434e-89da-a29b9f9f3c32::" providerId="AD" clId="Web-{00000000-0000-0000-0000-000000000000}" dt="2026-10-12T07:07:26.111" v="808"/>
          <ac:spMkLst>
            <pc:docMk/>
            <pc:sldMk cId="0" sldId="258"/>
            <ac:spMk id="57" creationId="{92DD6926-59C9-380E-4D29-7DC7B95B4274}"/>
          </ac:spMkLst>
        </pc:spChg>
        <pc:spChg chg="add del">
          <ac:chgData name="게스트 사용자" userId="S::urn:spo:tenantanon#f09a4ef3-978d-434e-89da-a29b9f9f3c32::" providerId="AD" clId="Web-{00000000-0000-0000-0000-000000000000}" dt="2026-10-12T07:07:26.111" v="805"/>
          <ac:spMkLst>
            <pc:docMk/>
            <pc:sldMk cId="0" sldId="258"/>
            <ac:spMk id="60" creationId="{903C0D71-318E-F978-0A1B-D7108165AEEF}"/>
          </ac:spMkLst>
        </pc:spChg>
        <pc:spChg chg="add del">
          <ac:chgData name="게스트 사용자" userId="S::urn:spo:tenantanon#f09a4ef3-978d-434e-89da-a29b9f9f3c32::" providerId="AD" clId="Web-{00000000-0000-0000-0000-000000000000}" dt="2026-10-12T07:07:26.111" v="804"/>
          <ac:spMkLst>
            <pc:docMk/>
            <pc:sldMk cId="0" sldId="258"/>
            <ac:spMk id="61" creationId="{BD5AF382-48AF-938C-32EB-5F6017AA6111}"/>
          </ac:spMkLst>
        </pc:spChg>
        <pc:spChg chg="add del">
          <ac:chgData name="게스트 사용자" userId="S::urn:spo:tenantanon#f09a4ef3-978d-434e-89da-a29b9f9f3c32::" providerId="AD" clId="Web-{00000000-0000-0000-0000-000000000000}" dt="2026-10-12T07:07:26.111" v="803"/>
          <ac:spMkLst>
            <pc:docMk/>
            <pc:sldMk cId="0" sldId="258"/>
            <ac:spMk id="62" creationId="{7B77254F-23E9-4CD5-D5B1-58BB9D9F6AD1}"/>
          </ac:spMkLst>
        </pc:spChg>
        <pc:spChg chg="mod">
          <ac:chgData name="게스트 사용자" userId="S::urn:spo:tenantanon#f09a4ef3-978d-434e-89da-a29b9f9f3c32::" providerId="AD" clId="Web-{00000000-0000-0000-0000-000000000000}" dt="2026-10-12T07:09:18.083" v="840" actId="20577"/>
          <ac:spMkLst>
            <pc:docMk/>
            <pc:sldMk cId="0" sldId="258"/>
            <ac:spMk id="76" creationId="{F4963FD0-7889-FCD2-ECBA-877E15BBC9DF}"/>
          </ac:spMkLst>
        </pc:spChg>
        <pc:spChg chg="mod">
          <ac:chgData name="게스트 사용자" userId="S::urn:spo:tenantanon#f09a4ef3-978d-434e-89da-a29b9f9f3c32::" providerId="AD" clId="Web-{00000000-0000-0000-0000-000000000000}" dt="2026-10-12T07:09:22.583" v="846" actId="20577"/>
          <ac:spMkLst>
            <pc:docMk/>
            <pc:sldMk cId="0" sldId="258"/>
            <ac:spMk id="83" creationId="{44FDC198-D88A-9B55-E102-B62F6FD78DFF}"/>
          </ac:spMkLst>
        </pc:spChg>
        <pc:spChg chg="mod">
          <ac:chgData name="게스트 사용자" userId="S::urn:spo:tenantanon#f09a4ef3-978d-434e-89da-a29b9f9f3c32::" providerId="AD" clId="Web-{00000000-0000-0000-0000-000000000000}" dt="2026-10-12T07:09:29.865" v="852" actId="20577"/>
          <ac:spMkLst>
            <pc:docMk/>
            <pc:sldMk cId="0" sldId="258"/>
            <ac:spMk id="90" creationId="{35DC2552-7949-1198-CF62-E19033F9E9D7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15:22.422" v="983" actId="20577"/>
          <ac:spMkLst>
            <pc:docMk/>
            <pc:sldMk cId="0" sldId="258"/>
            <ac:spMk id="95" creationId="{B2F72B03-0801-6639-BC4C-E9C964049596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14:47.093" v="957"/>
          <ac:spMkLst>
            <pc:docMk/>
            <pc:sldMk cId="0" sldId="258"/>
            <ac:spMk id="98" creationId="{2FF4B1A4-C601-A99E-0EA5-2B6858AAB67A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15:15.859" v="979" actId="20577"/>
          <ac:spMkLst>
            <pc:docMk/>
            <pc:sldMk cId="0" sldId="258"/>
            <ac:spMk id="99" creationId="{505AC8F8-45A0-FCF4-3C3E-56F4AC57DADC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7:12:44.449" v="917"/>
          <ac:spMkLst>
            <pc:docMk/>
            <pc:sldMk cId="0" sldId="258"/>
            <ac:spMk id="100" creationId="{865C6BCC-9022-5CB6-61C7-8E655553D68D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18:54.178" v="1046" actId="20577"/>
          <ac:spMkLst>
            <pc:docMk/>
            <pc:sldMk cId="0" sldId="258"/>
            <ac:spMk id="102" creationId="{9298FD31-9436-4BB0-E87D-168C8B9FB4BE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14:52.421" v="958"/>
          <ac:spMkLst>
            <pc:docMk/>
            <pc:sldMk cId="0" sldId="258"/>
            <ac:spMk id="105" creationId="{1E397CCF-9E7E-EDD0-DAED-99EBEA0BE671}"/>
          </ac:spMkLst>
        </pc:spChg>
        <pc:spChg chg="del topLvl">
          <ac:chgData name="게스트 사용자" userId="S::urn:spo:tenantanon#f09a4ef3-978d-434e-89da-a29b9f9f3c32::" providerId="AD" clId="Web-{00000000-0000-0000-0000-000000000000}" dt="2026-10-12T07:16:53.971" v="1006"/>
          <ac:spMkLst>
            <pc:docMk/>
            <pc:sldMk cId="0" sldId="258"/>
            <ac:spMk id="106" creationId="{5D42D6C5-A6A4-DFA8-924A-8E4E483F6410}"/>
          </ac:spMkLst>
        </pc:spChg>
        <pc:spChg chg="del mod topLvl">
          <ac:chgData name="게스트 사용자" userId="S::urn:spo:tenantanon#f09a4ef3-978d-434e-89da-a29b9f9f3c32::" providerId="AD" clId="Web-{00000000-0000-0000-0000-000000000000}" dt="2026-10-12T07:18:41.912" v="1042"/>
          <ac:spMkLst>
            <pc:docMk/>
            <pc:sldMk cId="0" sldId="258"/>
            <ac:spMk id="107" creationId="{DA825659-6753-62BD-F6B4-C389C89491F6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21:57.574" v="1127" actId="20577"/>
          <ac:spMkLst>
            <pc:docMk/>
            <pc:sldMk cId="0" sldId="258"/>
            <ac:spMk id="109" creationId="{E45C8144-915A-4C3C-D549-78101A78FA01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15:05.218" v="971"/>
          <ac:spMkLst>
            <pc:docMk/>
            <pc:sldMk cId="0" sldId="258"/>
            <ac:spMk id="112" creationId="{36A708EA-3A25-CDA0-7BB9-B10B8A6DA896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23:14.904" v="1168"/>
          <ac:spMkLst>
            <pc:docMk/>
            <pc:sldMk cId="0" sldId="258"/>
            <ac:spMk id="113" creationId="{AEA32E08-D37D-24F3-966A-9D9557C5331E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23:08.060" v="1167" actId="20577"/>
          <ac:spMkLst>
            <pc:docMk/>
            <pc:sldMk cId="0" sldId="258"/>
            <ac:spMk id="114" creationId="{9B821307-6B50-FCE6-B506-FCD1D141F76D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20:35.150" v="1087" actId="1076"/>
          <ac:spMkLst>
            <pc:docMk/>
            <pc:sldMk cId="0" sldId="258"/>
            <ac:spMk id="118" creationId="{199C4480-9CF7-6C95-311C-BB2ECA620D93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20:46.869" v="1089" actId="1076"/>
          <ac:spMkLst>
            <pc:docMk/>
            <pc:sldMk cId="0" sldId="258"/>
            <ac:spMk id="119" creationId="{18678046-64C9-F57E-DC03-D4EC88F4AB6D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7:39:11.291" v="1510"/>
          <ac:spMkLst>
            <pc:docMk/>
            <pc:sldMk cId="0" sldId="258"/>
            <ac:spMk id="120" creationId="{3F735A3B-7ECA-7C51-8447-B54A3F6AE0D3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30:08.432" v="1329" actId="20577"/>
          <ac:spMkLst>
            <pc:docMk/>
            <pc:sldMk cId="0" sldId="258"/>
            <ac:spMk id="122" creationId="{4EA92F8A-0DE1-33A6-3C69-66F61FA4FE2A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7:30:20.307" v="1331"/>
          <ac:spMkLst>
            <pc:docMk/>
            <pc:sldMk cId="0" sldId="258"/>
            <ac:spMk id="126" creationId="{6D31F371-9427-E406-6114-22C46D3A1778}"/>
          </ac:spMkLst>
        </pc:spChg>
        <pc:spChg chg="add mod topLvl">
          <ac:chgData name="게스트 사용자" userId="S::urn:spo:tenantanon#f09a4ef3-978d-434e-89da-a29b9f9f3c32::" providerId="AD" clId="Web-{00000000-0000-0000-0000-000000000000}" dt="2026-10-12T07:39:29.948" v="1520"/>
          <ac:spMkLst>
            <pc:docMk/>
            <pc:sldMk cId="0" sldId="258"/>
            <ac:spMk id="136" creationId="{40F5CFED-D953-32F4-180D-47AFE5FD503F}"/>
          </ac:spMkLst>
        </pc:spChg>
        <pc:spChg chg="add mod topLvl">
          <ac:chgData name="게스트 사용자" userId="S::urn:spo:tenantanon#f09a4ef3-978d-434e-89da-a29b9f9f3c32::" providerId="AD" clId="Web-{00000000-0000-0000-0000-000000000000}" dt="2026-10-12T07:39:29.948" v="1520"/>
          <ac:spMkLst>
            <pc:docMk/>
            <pc:sldMk cId="0" sldId="258"/>
            <ac:spMk id="138" creationId="{1722588B-D332-B1FA-DCF7-82807F973A50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21"/>
          <ac:spMkLst>
            <pc:docMk/>
            <pc:sldMk cId="0" sldId="258"/>
            <ac:spMk id="143" creationId="{A568B2C6-03AE-BB99-15D2-309D9E2FB918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21"/>
          <ac:spMkLst>
            <pc:docMk/>
            <pc:sldMk cId="0" sldId="258"/>
            <ac:spMk id="144" creationId="{717CED59-3411-A557-EEB7-04E4E9233D70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6"/>
          <ac:spMkLst>
            <pc:docMk/>
            <pc:sldMk cId="0" sldId="258"/>
            <ac:spMk id="148" creationId="{F6EEC824-8F20-D65A-4769-DC1BC1432A12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6"/>
          <ac:spMkLst>
            <pc:docMk/>
            <pc:sldMk cId="0" sldId="258"/>
            <ac:spMk id="149" creationId="{24AA364A-0872-062E-CA56-CD037DCCCFF4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7"/>
          <ac:spMkLst>
            <pc:docMk/>
            <pc:sldMk cId="0" sldId="258"/>
            <ac:spMk id="153" creationId="{48411FC0-DFD1-1294-177F-4BA551EBB6C6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7"/>
          <ac:spMkLst>
            <pc:docMk/>
            <pc:sldMk cId="0" sldId="258"/>
            <ac:spMk id="154" creationId="{329F8142-84FD-AE46-2443-3962B61E7B81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8"/>
          <ac:spMkLst>
            <pc:docMk/>
            <pc:sldMk cId="0" sldId="258"/>
            <ac:spMk id="158" creationId="{43A5A0BD-3C48-D305-20B1-C1247D11A6D1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8"/>
          <ac:spMkLst>
            <pc:docMk/>
            <pc:sldMk cId="0" sldId="258"/>
            <ac:spMk id="159" creationId="{4E0D9D74-F406-1D77-DDB0-FB4BF6FE9E27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9"/>
          <ac:spMkLst>
            <pc:docMk/>
            <pc:sldMk cId="0" sldId="258"/>
            <ac:spMk id="163" creationId="{88C43713-35F8-09C1-69E9-239E1A812263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9:29.948" v="1519"/>
          <ac:spMkLst>
            <pc:docMk/>
            <pc:sldMk cId="0" sldId="258"/>
            <ac:spMk id="164" creationId="{4DC19441-2317-B8DB-D7A0-0DED79E9E68D}"/>
          </ac:spMkLst>
        </pc:spChg>
        <pc:spChg chg="mod topLvl">
          <ac:chgData name="게스트 사용자" userId="S::urn:spo:tenantanon#f09a4ef3-978d-434e-89da-a29b9f9f3c32::" providerId="AD" clId="Web-{00000000-0000-0000-0000-000000000000}" dt="2026-10-12T07:34:07.188" v="1422"/>
          <ac:spMkLst>
            <pc:docMk/>
            <pc:sldMk cId="0" sldId="258"/>
            <ac:spMk id="168" creationId="{8A98EC18-8D44-3DDD-4EBD-0C9B75A35A4E}"/>
          </ac:spMkLst>
        </pc:spChg>
        <pc:spChg chg="add del mod topLvl">
          <ac:chgData name="게스트 사용자" userId="S::urn:spo:tenantanon#f09a4ef3-978d-434e-89da-a29b9f9f3c32::" providerId="AD" clId="Web-{00000000-0000-0000-0000-000000000000}" dt="2026-10-12T07:39:19.729" v="1513"/>
          <ac:spMkLst>
            <pc:docMk/>
            <pc:sldMk cId="0" sldId="258"/>
            <ac:spMk id="169" creationId="{00D67EAE-AC94-B016-AAE1-FDEF5337D3BD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7:39:21.369" v="1515"/>
          <ac:spMkLst>
            <pc:docMk/>
            <pc:sldMk cId="0" sldId="258"/>
            <ac:spMk id="171" creationId="{370A0F5A-A7C4-9E34-9AF4-D83A0A16FB20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7:39:55.636" v="1536" actId="14100"/>
          <ac:spMkLst>
            <pc:docMk/>
            <pc:sldMk cId="0" sldId="258"/>
            <ac:spMk id="172" creationId="{8429ED81-81E0-1E2A-2FCC-E449E3BADC55}"/>
          </ac:spMkLst>
        </pc:spChg>
        <pc:spChg chg="add del">
          <ac:chgData name="게스트 사용자" userId="S::urn:spo:tenantanon#f09a4ef3-978d-434e-89da-a29b9f9f3c32::" providerId="AD" clId="Web-{00000000-0000-0000-0000-000000000000}" dt="2026-10-12T07:40:08.667" v="1538"/>
          <ac:spMkLst>
            <pc:docMk/>
            <pc:sldMk cId="0" sldId="258"/>
            <ac:spMk id="173" creationId="{DE45B83A-C520-07EC-5EC6-50C3C0B0BF8F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40:56.684" v="1544"/>
          <ac:spMkLst>
            <pc:docMk/>
            <pc:sldMk cId="0" sldId="258"/>
            <ac:spMk id="174" creationId="{7FBBBAC1-E4CE-D867-BBCB-DD2F60B4AC05}"/>
          </ac:spMkLst>
        </pc:spChg>
        <pc:grpChg chg="add del mod">
          <ac:chgData name="게스트 사용자" userId="S::urn:spo:tenantanon#f09a4ef3-978d-434e-89da-a29b9f9f3c32::" providerId="AD" clId="Web-{00000000-0000-0000-0000-000000000000}" dt="2026-10-12T07:07:58.909" v="816"/>
          <ac:grpSpMkLst>
            <pc:docMk/>
            <pc:sldMk cId="0" sldId="258"/>
            <ac:grpSpMk id="63" creationId="{979A6B60-B55D-7123-1AEB-63148B5FE0B1}"/>
          </ac:grpSpMkLst>
        </pc:grpChg>
        <pc:grpChg chg="add del">
          <ac:chgData name="게스트 사용자" userId="S::urn:spo:tenantanon#f09a4ef3-978d-434e-89da-a29b9f9f3c32::" providerId="AD" clId="Web-{00000000-0000-0000-0000-000000000000}" dt="2026-10-12T07:07:36.018" v="811"/>
          <ac:grpSpMkLst>
            <pc:docMk/>
            <pc:sldMk cId="0" sldId="258"/>
            <ac:grpSpMk id="64" creationId="{1C1EEABD-D4EE-8DE3-A302-A576D083DC40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0:18.273" v="862"/>
          <ac:grpSpMkLst>
            <pc:docMk/>
            <pc:sldMk cId="0" sldId="258"/>
            <ac:grpSpMk id="71" creationId="{B6F7864E-F584-E7AA-4333-E02D71278B73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0:58.868" v="876"/>
          <ac:grpSpMkLst>
            <pc:docMk/>
            <pc:sldMk cId="0" sldId="258"/>
            <ac:grpSpMk id="72" creationId="{2C46A6DA-FA5C-970B-565F-B524F4D0680C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0:58.868" v="875"/>
          <ac:grpSpMkLst>
            <pc:docMk/>
            <pc:sldMk cId="0" sldId="258"/>
            <ac:grpSpMk id="79" creationId="{CAA6E5C5-BD5B-C500-A484-A6D2E18C7B5F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0:58.868" v="874"/>
          <ac:grpSpMkLst>
            <pc:docMk/>
            <pc:sldMk cId="0" sldId="258"/>
            <ac:grpSpMk id="86" creationId="{F44ECB95-7D0F-9FB2-FF16-F7B48D0E3683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4:24.373" v="955"/>
          <ac:grpSpMkLst>
            <pc:docMk/>
            <pc:sldMk cId="0" sldId="258"/>
            <ac:grpSpMk id="93" creationId="{BB6F8463-9E20-05C5-39B9-B497C75FB008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4:47.093" v="957"/>
          <ac:grpSpMkLst>
            <pc:docMk/>
            <pc:sldMk cId="0" sldId="258"/>
            <ac:grpSpMk id="94" creationId="{E310552A-8B9C-AF98-55DE-67637C0378EB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4:52.421" v="958"/>
          <ac:grpSpMkLst>
            <pc:docMk/>
            <pc:sldMk cId="0" sldId="258"/>
            <ac:grpSpMk id="101" creationId="{43F364F4-1202-1A63-78A0-4AD4E6DA27B4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14:59.937" v="959"/>
          <ac:grpSpMkLst>
            <pc:docMk/>
            <pc:sldMk cId="0" sldId="258"/>
            <ac:grpSpMk id="108" creationId="{104901C8-9C2A-18F8-9079-60064677D3CA}"/>
          </ac:grpSpMkLst>
        </pc:grpChg>
        <pc:grpChg chg="add del">
          <ac:chgData name="게스트 사용자" userId="S::urn:spo:tenantanon#f09a4ef3-978d-434e-89da-a29b9f9f3c32::" providerId="AD" clId="Web-{00000000-0000-0000-0000-000000000000}" dt="2026-10-12T07:39:29.948" v="1520"/>
          <ac:grpSpMkLst>
            <pc:docMk/>
            <pc:sldMk cId="0" sldId="258"/>
            <ac:grpSpMk id="139" creationId="{16E197A4-9F4B-8BFF-0252-03692AA31F67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9:29.948" v="1521"/>
          <ac:grpSpMkLst>
            <pc:docMk/>
            <pc:sldMk cId="0" sldId="258"/>
            <ac:grpSpMk id="140" creationId="{DCAC86AE-B9EC-AD43-E301-85D2B3CA9BD9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9:29.948" v="1516"/>
          <ac:grpSpMkLst>
            <pc:docMk/>
            <pc:sldMk cId="0" sldId="258"/>
            <ac:grpSpMk id="145" creationId="{D47C7A83-898D-6BFF-307B-68F098C0DD8D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9:29.948" v="1517"/>
          <ac:grpSpMkLst>
            <pc:docMk/>
            <pc:sldMk cId="0" sldId="258"/>
            <ac:grpSpMk id="150" creationId="{85B86E0D-B9BF-CC82-9FE7-F920B7236A7B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9:29.948" v="1518"/>
          <ac:grpSpMkLst>
            <pc:docMk/>
            <pc:sldMk cId="0" sldId="258"/>
            <ac:grpSpMk id="155" creationId="{4CB1BA75-7113-4BA8-6516-A2FC4EB15E0C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9:29.948" v="1519"/>
          <ac:grpSpMkLst>
            <pc:docMk/>
            <pc:sldMk cId="0" sldId="258"/>
            <ac:grpSpMk id="160" creationId="{F1BF8777-57EC-454E-D316-203D18CFAF80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7:34:07.188" v="1422"/>
          <ac:grpSpMkLst>
            <pc:docMk/>
            <pc:sldMk cId="0" sldId="258"/>
            <ac:grpSpMk id="165" creationId="{D5B632AB-58E4-8229-EEB7-BF932A0F7F0C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2:15.593" v="1565" actId="1076"/>
          <ac:grpSpMkLst>
            <pc:docMk/>
            <pc:sldMk cId="0" sldId="258"/>
            <ac:grpSpMk id="175" creationId="{6BB3AD5E-E62C-0803-9CCB-DA76FA4FDD5D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51.858" v="1563" actId="1076"/>
          <ac:grpSpMkLst>
            <pc:docMk/>
            <pc:sldMk cId="0" sldId="258"/>
            <ac:grpSpMk id="176" creationId="{E406BB4C-2115-CAA9-48DC-4F37876CF7B5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51.436" v="1559" actId="1076"/>
          <ac:grpSpMkLst>
            <pc:docMk/>
            <pc:sldMk cId="0" sldId="258"/>
            <ac:grpSpMk id="177" creationId="{65509CDA-1202-2F58-9AC3-B69BB96EA2DB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51.561" v="1560" actId="1076"/>
          <ac:grpSpMkLst>
            <pc:docMk/>
            <pc:sldMk cId="0" sldId="258"/>
            <ac:grpSpMk id="178" creationId="{AC380505-C0DC-73D0-3D1E-7A3A761FAE98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51.670" v="1561" actId="1076"/>
          <ac:grpSpMkLst>
            <pc:docMk/>
            <pc:sldMk cId="0" sldId="258"/>
            <ac:grpSpMk id="179" creationId="{AAE73FF4-8554-A262-1A5B-9F1581FF2378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51.764" v="1562" actId="1076"/>
          <ac:grpSpMkLst>
            <pc:docMk/>
            <pc:sldMk cId="0" sldId="258"/>
            <ac:grpSpMk id="180" creationId="{4D01DB3D-CF1A-4160-1152-C206F82964C8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7:41:46.498" v="1557" actId="1076"/>
          <ac:grpSpMkLst>
            <pc:docMk/>
            <pc:sldMk cId="0" sldId="258"/>
            <ac:grpSpMk id="181" creationId="{C9FD7832-4E30-96A6-448E-E5F2D6558700}"/>
          </ac:grpSpMkLst>
        </pc:grpChg>
        <pc:picChg chg="del">
          <ac:chgData name="게스트 사용자" userId="S::urn:spo:tenantanon#f09a4ef3-978d-434e-89da-a29b9f9f3c32::" providerId="AD" clId="Web-{00000000-0000-0000-0000-000000000000}" dt="2026-10-12T06:56:34.264" v="698"/>
          <ac:picMkLst>
            <pc:docMk/>
            <pc:sldMk cId="0" sldId="258"/>
            <ac:picMk id="4" creationId="{00000000-0000-0000-0000-000000000000}"/>
          </ac:picMkLst>
        </pc:picChg>
        <pc:picChg chg="del">
          <ac:chgData name="게스트 사용자" userId="S::urn:spo:tenantanon#f09a4ef3-978d-434e-89da-a29b9f9f3c32::" providerId="AD" clId="Web-{00000000-0000-0000-0000-000000000000}" dt="2026-10-12T06:57:56.001" v="711"/>
          <ac:picMkLst>
            <pc:docMk/>
            <pc:sldMk cId="0" sldId="258"/>
            <ac:picMk id="5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48:40.079" v="522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7:24:06.468" v="1187" actId="1076"/>
          <ac:picMkLst>
            <pc:docMk/>
            <pc:sldMk cId="0" sldId="258"/>
            <ac:picMk id="7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20.012" v="679"/>
          <ac:picMkLst>
            <pc:docMk/>
            <pc:sldMk cId="0" sldId="258"/>
            <ac:picMk id="15" creationId="{00000000-0000-0000-0000-00000000000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6:40.483" v="700"/>
          <ac:picMkLst>
            <pc:docMk/>
            <pc:sldMk cId="0" sldId="258"/>
            <ac:picMk id="16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20.012" v="678"/>
          <ac:picMkLst>
            <pc:docMk/>
            <pc:sldMk cId="0" sldId="258"/>
            <ac:picMk id="17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20.012" v="676"/>
          <ac:picMkLst>
            <pc:docMk/>
            <pc:sldMk cId="0" sldId="258"/>
            <ac:picMk id="19" creationId="{00000000-0000-0000-0000-00000000000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6:44.093" v="701"/>
          <ac:picMkLst>
            <pc:docMk/>
            <pc:sldMk cId="0" sldId="258"/>
            <ac:picMk id="20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20.012" v="675"/>
          <ac:picMkLst>
            <pc:docMk/>
            <pc:sldMk cId="0" sldId="258"/>
            <ac:picMk id="21" creationId="{00000000-0000-0000-0000-000000000000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17:33.019" v="1015" actId="1076"/>
          <ac:picMkLst>
            <pc:docMk/>
            <pc:sldMk cId="0" sldId="258"/>
            <ac:picMk id="23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6:23.264" v="697"/>
          <ac:picMkLst>
            <pc:docMk/>
            <pc:sldMk cId="0" sldId="258"/>
            <ac:picMk id="24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20.012" v="674"/>
          <ac:picMkLst>
            <pc:docMk/>
            <pc:sldMk cId="0" sldId="258"/>
            <ac:picMk id="25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19.997" v="672"/>
          <ac:picMkLst>
            <pc:docMk/>
            <pc:sldMk cId="0" sldId="258"/>
            <ac:picMk id="27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3:03.071" v="643"/>
          <ac:picMkLst>
            <pc:docMk/>
            <pc:sldMk cId="0" sldId="258"/>
            <ac:picMk id="28" creationId="{00000000-0000-0000-0000-000000000000}"/>
          </ac:picMkLst>
        </pc:picChg>
        <pc:picChg chg="del mod">
          <ac:chgData name="게스트 사용자" userId="S::urn:spo:tenantanon#f09a4ef3-978d-434e-89da-a29b9f9f3c32::" providerId="AD" clId="Web-{00000000-0000-0000-0000-000000000000}" dt="2026-10-12T06:55:19.997" v="671"/>
          <ac:picMkLst>
            <pc:docMk/>
            <pc:sldMk cId="0" sldId="258"/>
            <ac:picMk id="29" creationId="{00000000-0000-0000-0000-00000000000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48:59.220" v="529"/>
          <ac:picMkLst>
            <pc:docMk/>
            <pc:sldMk cId="0" sldId="258"/>
            <ac:picMk id="31" creationId="{8BC2012E-E973-AACD-B45D-82654EDDD772}"/>
          </ac:picMkLst>
        </pc:picChg>
        <pc:picChg chg="add mod ord">
          <ac:chgData name="게스트 사용자" userId="S::urn:spo:tenantanon#f09a4ef3-978d-434e-89da-a29b9f9f3c32::" providerId="AD" clId="Web-{00000000-0000-0000-0000-000000000000}" dt="2026-10-12T07:24:13.812" v="1190" actId="14100"/>
          <ac:picMkLst>
            <pc:docMk/>
            <pc:sldMk cId="0" sldId="258"/>
            <ac:picMk id="33" creationId="{6E19CBE2-900B-FBC3-E801-B8D403B1ED1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6:15.764" v="696"/>
          <ac:picMkLst>
            <pc:docMk/>
            <pc:sldMk cId="0" sldId="258"/>
            <ac:picMk id="38" creationId="{8D56E40F-DBCB-797D-F725-B4500A6A5574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6:14.576" v="695"/>
          <ac:picMkLst>
            <pc:docMk/>
            <pc:sldMk cId="0" sldId="258"/>
            <ac:picMk id="40" creationId="{50780EC5-76F8-A1D2-857F-4FE4E66DC301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6:57:00.140" v="703"/>
          <ac:picMkLst>
            <pc:docMk/>
            <pc:sldMk cId="0" sldId="258"/>
            <ac:picMk id="41" creationId="{B8B202FF-7A09-52FF-CC1F-F3012CE15700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6:57:00.140" v="702"/>
          <ac:picMkLst>
            <pc:docMk/>
            <pc:sldMk cId="0" sldId="258"/>
            <ac:picMk id="42" creationId="{5F09EABF-CF71-99D5-1077-0AF898CD247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8:59.675" v="724"/>
          <ac:picMkLst>
            <pc:docMk/>
            <pc:sldMk cId="0" sldId="258"/>
            <ac:picMk id="43" creationId="{01D6D019-9F07-BD26-0EFA-69E1A2BA589B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6:58:59.675" v="723"/>
          <ac:picMkLst>
            <pc:docMk/>
            <pc:sldMk cId="0" sldId="258"/>
            <ac:picMk id="44" creationId="{7E56DB57-DFDF-2A5B-3DCA-6182C2DE350C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7:27:26.661" v="1289"/>
          <ac:picMkLst>
            <pc:docMk/>
            <pc:sldMk cId="0" sldId="258"/>
            <ac:picMk id="45" creationId="{5AEF396A-6D67-A552-3496-DB5D4A43901B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7:27:26.646" v="1288"/>
          <ac:picMkLst>
            <pc:docMk/>
            <pc:sldMk cId="0" sldId="258"/>
            <ac:picMk id="46" creationId="{62C260F5-E193-B017-8554-C8FCB1CA1914}"/>
          </ac:picMkLst>
        </pc:picChg>
        <pc:picChg chg="add">
          <ac:chgData name="게스트 사용자" userId="S::urn:spo:tenantanon#f09a4ef3-978d-434e-89da-a29b9f9f3c32::" providerId="AD" clId="Web-{00000000-0000-0000-0000-000000000000}" dt="2026-10-12T06:57:59.751" v="712"/>
          <ac:picMkLst>
            <pc:docMk/>
            <pc:sldMk cId="0" sldId="258"/>
            <ac:picMk id="48" creationId="{91B4BBB0-E871-AAD2-DE32-D427A5F8936C}"/>
          </ac:picMkLst>
        </pc:picChg>
        <pc:picChg chg="add">
          <ac:chgData name="게스트 사용자" userId="S::urn:spo:tenantanon#f09a4ef3-978d-434e-89da-a29b9f9f3c32::" providerId="AD" clId="Web-{00000000-0000-0000-0000-000000000000}" dt="2026-10-12T06:57:59.783" v="713"/>
          <ac:picMkLst>
            <pc:docMk/>
            <pc:sldMk cId="0" sldId="258"/>
            <ac:picMk id="50" creationId="{50E0875B-6073-082D-4E21-E186673CE660}"/>
          </ac:picMkLst>
        </pc:picChg>
        <pc:picChg chg="add mod topLvl">
          <ac:chgData name="게스트 사용자" userId="S::urn:spo:tenantanon#f09a4ef3-978d-434e-89da-a29b9f9f3c32::" providerId="AD" clId="Web-{00000000-0000-0000-0000-000000000000}" dt="2026-10-12T07:14:24.373" v="955"/>
          <ac:picMkLst>
            <pc:docMk/>
            <pc:sldMk cId="0" sldId="258"/>
            <ac:picMk id="52" creationId="{AEFED2FA-94B0-2B51-8FB7-D9507406AB52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7:07:26.111" v="807"/>
          <ac:picMkLst>
            <pc:docMk/>
            <pc:sldMk cId="0" sldId="258"/>
            <ac:picMk id="58" creationId="{40A9B5AE-1817-47B1-CCFF-7E02C15C68A0}"/>
          </ac:picMkLst>
        </pc:picChg>
        <pc:picChg chg="add del">
          <ac:chgData name="게스트 사용자" userId="S::urn:spo:tenantanon#f09a4ef3-978d-434e-89da-a29b9f9f3c32::" providerId="AD" clId="Web-{00000000-0000-0000-0000-000000000000}" dt="2026-10-12T07:07:26.111" v="806"/>
          <ac:picMkLst>
            <pc:docMk/>
            <pc:sldMk cId="0" sldId="258"/>
            <ac:picMk id="59" creationId="{F6FFC262-D741-1B34-1108-7D8EC563B49F}"/>
          </ac:picMkLst>
        </pc:picChg>
        <pc:picChg chg="del topLvl">
          <ac:chgData name="게스트 사용자" userId="S::urn:spo:tenantanon#f09a4ef3-978d-434e-89da-a29b9f9f3c32::" providerId="AD" clId="Web-{00000000-0000-0000-0000-000000000000}" dt="2026-10-12T07:15:32.797" v="984"/>
          <ac:picMkLst>
            <pc:docMk/>
            <pc:sldMk cId="0" sldId="258"/>
            <ac:picMk id="96" creationId="{B1147923-22E7-19B6-1BFB-0DFBA536780F}"/>
          </ac:picMkLst>
        </pc:picChg>
        <pc:picChg chg="topLvl">
          <ac:chgData name="게스트 사용자" userId="S::urn:spo:tenantanon#f09a4ef3-978d-434e-89da-a29b9f9f3c32::" providerId="AD" clId="Web-{00000000-0000-0000-0000-000000000000}" dt="2026-10-12T07:14:47.093" v="957"/>
          <ac:picMkLst>
            <pc:docMk/>
            <pc:sldMk cId="0" sldId="258"/>
            <ac:picMk id="97" creationId="{748D05A3-5113-6031-B4C1-C3E056302B65}"/>
          </ac:picMkLst>
        </pc:picChg>
        <pc:picChg chg="del topLvl">
          <ac:chgData name="게스트 사용자" userId="S::urn:spo:tenantanon#f09a4ef3-978d-434e-89da-a29b9f9f3c32::" providerId="AD" clId="Web-{00000000-0000-0000-0000-000000000000}" dt="2026-10-12T07:15:57.204" v="989"/>
          <ac:picMkLst>
            <pc:docMk/>
            <pc:sldMk cId="0" sldId="258"/>
            <ac:picMk id="103" creationId="{6BAD3B98-FBD8-7628-88D8-3AFD3EDA856B}"/>
          </ac:picMkLst>
        </pc:picChg>
        <pc:picChg chg="topLvl">
          <ac:chgData name="게스트 사용자" userId="S::urn:spo:tenantanon#f09a4ef3-978d-434e-89da-a29b9f9f3c32::" providerId="AD" clId="Web-{00000000-0000-0000-0000-000000000000}" dt="2026-10-12T07:14:52.421" v="958"/>
          <ac:picMkLst>
            <pc:docMk/>
            <pc:sldMk cId="0" sldId="258"/>
            <ac:picMk id="104" creationId="{4DA3A2D9-96C9-697A-7246-6EF7B2E4C924}"/>
          </ac:picMkLst>
        </pc:picChg>
        <pc:picChg chg="add del topLvl">
          <ac:chgData name="게스트 사용자" userId="S::urn:spo:tenantanon#f09a4ef3-978d-434e-89da-a29b9f9f3c32::" providerId="AD" clId="Web-{00000000-0000-0000-0000-000000000000}" dt="2026-10-12T07:15:58.595" v="990"/>
          <ac:picMkLst>
            <pc:docMk/>
            <pc:sldMk cId="0" sldId="258"/>
            <ac:picMk id="110" creationId="{C3B3A85D-212D-F0F5-DF89-4CD428386FA7}"/>
          </ac:picMkLst>
        </pc:picChg>
        <pc:picChg chg="add del topLvl">
          <ac:chgData name="게스트 사용자" userId="S::urn:spo:tenantanon#f09a4ef3-978d-434e-89da-a29b9f9f3c32::" providerId="AD" clId="Web-{00000000-0000-0000-0000-000000000000}" dt="2026-10-12T07:15:05.218" v="970"/>
          <ac:picMkLst>
            <pc:docMk/>
            <pc:sldMk cId="0" sldId="258"/>
            <ac:picMk id="111" creationId="{58CB717F-1B72-38A0-9DFA-D064373881FD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7:16:49.893" v="1004" actId="1076"/>
          <ac:picMkLst>
            <pc:docMk/>
            <pc:sldMk cId="0" sldId="258"/>
            <ac:picMk id="115" creationId="{B6C7F705-368A-7FB9-37E2-EDF8686B72F8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7:17:19.378" v="1013" actId="1076"/>
          <ac:picMkLst>
            <pc:docMk/>
            <pc:sldMk cId="0" sldId="258"/>
            <ac:picMk id="116" creationId="{BDF55724-AF5F-E833-F089-647BB205BE65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7:21:04.432" v="1093" actId="1076"/>
          <ac:picMkLst>
            <pc:docMk/>
            <pc:sldMk cId="0" sldId="258"/>
            <ac:picMk id="117" creationId="{71321D9D-73B3-62B3-2194-FA87CA2C7EA1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7:28:47.539" v="1312" actId="1076"/>
          <ac:picMkLst>
            <pc:docMk/>
            <pc:sldMk cId="0" sldId="258"/>
            <ac:picMk id="121" creationId="{CBDE8828-B49E-DB4B-5F75-F0047F6A3CAC}"/>
          </ac:picMkLst>
        </pc:picChg>
        <pc:picChg chg="add del mod ord">
          <ac:chgData name="게스트 사용자" userId="S::urn:spo:tenantanon#f09a4ef3-978d-434e-89da-a29b9f9f3c32::" providerId="AD" clId="Web-{00000000-0000-0000-0000-000000000000}" dt="2026-10-12T07:31:36.637" v="1359"/>
          <ac:picMkLst>
            <pc:docMk/>
            <pc:sldMk cId="0" sldId="258"/>
            <ac:picMk id="123" creationId="{847E89F1-0C9A-4705-7FC1-1AB231B811D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7:28:52.929" v="1314"/>
          <ac:picMkLst>
            <pc:docMk/>
            <pc:sldMk cId="0" sldId="258"/>
            <ac:picMk id="124" creationId="{20261F44-1087-91ED-EC0E-0743C25D42E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7:29:41.900" v="1320"/>
          <ac:picMkLst>
            <pc:docMk/>
            <pc:sldMk cId="0" sldId="258"/>
            <ac:picMk id="125" creationId="{AB65DE4C-573F-8C26-9DD9-7EF51E2DCD6D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7:29:54.619" v="1322"/>
          <ac:picMkLst>
            <pc:docMk/>
            <pc:sldMk cId="0" sldId="258"/>
            <ac:picMk id="127" creationId="{6F26DA2C-AED6-0869-6467-9A1298DE05EF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7:29:51.525" v="1321"/>
          <ac:picMkLst>
            <pc:docMk/>
            <pc:sldMk cId="0" sldId="258"/>
            <ac:picMk id="128" creationId="{B3710B0D-C6D4-50BB-28FB-4A022B2F406E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7:31:23.824" v="1356"/>
          <ac:picMkLst>
            <pc:docMk/>
            <pc:sldMk cId="0" sldId="258"/>
            <ac:picMk id="130" creationId="{20920FAB-C5DE-F56E-B163-2493A9412C9C}"/>
          </ac:picMkLst>
        </pc:picChg>
        <pc:picChg chg="add mod topLvl">
          <ac:chgData name="게스트 사용자" userId="S::urn:spo:tenantanon#f09a4ef3-978d-434e-89da-a29b9f9f3c32::" providerId="AD" clId="Web-{00000000-0000-0000-0000-000000000000}" dt="2026-10-12T07:39:29.948" v="1520"/>
          <ac:picMkLst>
            <pc:docMk/>
            <pc:sldMk cId="0" sldId="258"/>
            <ac:picMk id="132" creationId="{74ABA1DD-EED7-3E2F-41AE-17A48CCB7B68}"/>
          </ac:picMkLst>
        </pc:picChg>
        <pc:picChg chg="add mod topLvl">
          <ac:chgData name="게스트 사용자" userId="S::urn:spo:tenantanon#f09a4ef3-978d-434e-89da-a29b9f9f3c32::" providerId="AD" clId="Web-{00000000-0000-0000-0000-000000000000}" dt="2026-10-12T07:39:29.948" v="1520"/>
          <ac:picMkLst>
            <pc:docMk/>
            <pc:sldMk cId="0" sldId="258"/>
            <ac:picMk id="134" creationId="{BE7FAB4C-DB30-CAFB-E814-C4CA28D0A103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21"/>
          <ac:picMkLst>
            <pc:docMk/>
            <pc:sldMk cId="0" sldId="258"/>
            <ac:picMk id="141" creationId="{7123F745-8084-D09B-D338-52ED16DF8FC9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21"/>
          <ac:picMkLst>
            <pc:docMk/>
            <pc:sldMk cId="0" sldId="258"/>
            <ac:picMk id="142" creationId="{25393A4B-0528-C6BD-FAE1-8355673D78B6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6"/>
          <ac:picMkLst>
            <pc:docMk/>
            <pc:sldMk cId="0" sldId="258"/>
            <ac:picMk id="146" creationId="{B06586A2-4106-64F9-0A6D-25E8DF3C840A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6"/>
          <ac:picMkLst>
            <pc:docMk/>
            <pc:sldMk cId="0" sldId="258"/>
            <ac:picMk id="147" creationId="{006B684E-9F27-BBC2-E40C-DC1C3DFB06A2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7"/>
          <ac:picMkLst>
            <pc:docMk/>
            <pc:sldMk cId="0" sldId="258"/>
            <ac:picMk id="151" creationId="{1B0E8835-C862-9B94-0B3D-4BF8803F1FF9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7"/>
          <ac:picMkLst>
            <pc:docMk/>
            <pc:sldMk cId="0" sldId="258"/>
            <ac:picMk id="152" creationId="{93B394F7-200D-0D74-E73A-5A15B44BC138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8"/>
          <ac:picMkLst>
            <pc:docMk/>
            <pc:sldMk cId="0" sldId="258"/>
            <ac:picMk id="156" creationId="{176C4055-050E-FEAF-1351-A4867D9EC5BB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8"/>
          <ac:picMkLst>
            <pc:docMk/>
            <pc:sldMk cId="0" sldId="258"/>
            <ac:picMk id="157" creationId="{459BE240-85F9-6771-71F9-18D096A6DDD8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9"/>
          <ac:picMkLst>
            <pc:docMk/>
            <pc:sldMk cId="0" sldId="258"/>
            <ac:picMk id="161" creationId="{9E815A79-38D9-AFB4-14FB-A5EC82F3F010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29.948" v="1519"/>
          <ac:picMkLst>
            <pc:docMk/>
            <pc:sldMk cId="0" sldId="258"/>
            <ac:picMk id="162" creationId="{F24C02B1-F4C1-1C8A-FF20-6135CEEE7F33}"/>
          </ac:picMkLst>
        </pc:picChg>
        <pc:picChg chg="mod topLvl">
          <ac:chgData name="게스트 사용자" userId="S::urn:spo:tenantanon#f09a4ef3-978d-434e-89da-a29b9f9f3c32::" providerId="AD" clId="Web-{00000000-0000-0000-0000-000000000000}" dt="2026-10-12T07:39:36.901" v="1524" actId="1076"/>
          <ac:picMkLst>
            <pc:docMk/>
            <pc:sldMk cId="0" sldId="258"/>
            <ac:picMk id="166" creationId="{5F2E30AD-18AA-1860-911B-A9C2A82FB65A}"/>
          </ac:picMkLst>
        </pc:picChg>
        <pc:picChg chg="topLvl">
          <ac:chgData name="게스트 사용자" userId="S::urn:spo:tenantanon#f09a4ef3-978d-434e-89da-a29b9f9f3c32::" providerId="AD" clId="Web-{00000000-0000-0000-0000-000000000000}" dt="2026-10-12T07:34:07.188" v="1422"/>
          <ac:picMkLst>
            <pc:docMk/>
            <pc:sldMk cId="0" sldId="258"/>
            <ac:picMk id="167" creationId="{BA4AC080-CBF5-D9EE-4C59-AFA368D4AA81}"/>
          </ac:picMkLst>
        </pc:picChg>
      </pc:sldChg>
      <pc:sldChg chg="addSp delSp modSp">
        <pc:chgData name="게스트 사용자" userId="S::urn:spo:tenantanon#f09a4ef3-978d-434e-89da-a29b9f9f3c32::" providerId="AD" clId="Web-{00000000-0000-0000-0000-000000000000}" dt="2026-10-12T07:59:17.059" v="1624" actId="20577"/>
        <pc:sldMkLst>
          <pc:docMk/>
          <pc:sldMk cId="0" sldId="259"/>
        </pc:sldMkLst>
        <pc:spChg chg="add mod">
          <ac:chgData name="게스트 사용자" userId="S::urn:spo:tenantanon#f09a4ef3-978d-434e-89da-a29b9f9f3c32::" providerId="AD" clId="Web-{00000000-0000-0000-0000-000000000000}" dt="2026-10-12T07:44:41.707" v="1617" actId="1076"/>
          <ac:spMkLst>
            <pc:docMk/>
            <pc:sldMk cId="0" sldId="259"/>
            <ac:spMk id="2" creationId="{914954D9-BC71-7777-7385-CFC48DC663C5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44:35.566" v="1615" actId="1076"/>
          <ac:spMkLst>
            <pc:docMk/>
            <pc:sldMk cId="0" sldId="259"/>
            <ac:spMk id="10" creationId="{7F6CFFFC-2DF1-E658-B7C5-37EE3F8B47F9}"/>
          </ac:spMkLst>
        </pc:spChg>
        <pc:spChg chg="mod">
          <ac:chgData name="게스트 사용자" userId="S::urn:spo:tenantanon#f09a4ef3-978d-434e-89da-a29b9f9f3c32::" providerId="AD" clId="Web-{00000000-0000-0000-0000-000000000000}" dt="2026-10-12T07:59:17.059" v="1624" actId="20577"/>
          <ac:spMkLst>
            <pc:docMk/>
            <pc:sldMk cId="0" sldId="259"/>
            <ac:spMk id="13" creationId="{00000000-0000-0000-0000-000000000000}"/>
          </ac:spMkLst>
        </pc:spChg>
        <pc:spChg chg="del">
          <ac:chgData name="게스트 사용자" userId="S::urn:spo:tenantanon#f09a4ef3-978d-434e-89da-a29b9f9f3c32::" providerId="AD" clId="Web-{00000000-0000-0000-0000-000000000000}" dt="2026-10-12T07:42:52.750" v="1566"/>
          <ac:spMkLst>
            <pc:docMk/>
            <pc:sldMk cId="0" sldId="259"/>
            <ac:spMk id="16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7:44:10.924" v="1599"/>
          <ac:spMkLst>
            <pc:docMk/>
            <pc:sldMk cId="0" sldId="259"/>
            <ac:spMk id="20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7:44:06.002" v="1597"/>
          <ac:spMkLst>
            <pc:docMk/>
            <pc:sldMk cId="0" sldId="259"/>
            <ac:spMk id="23" creationId="{00000000-0000-0000-0000-000000000000}"/>
          </ac:spMkLst>
        </pc:spChg>
        <pc:spChg chg="del">
          <ac:chgData name="게스트 사용자" userId="S::urn:spo:tenantanon#f09a4ef3-978d-434e-89da-a29b9f9f3c32::" providerId="AD" clId="Web-{00000000-0000-0000-0000-000000000000}" dt="2026-10-12T07:42:56.438" v="1567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44:17.471" v="1606" actId="20577"/>
          <ac:spMkLst>
            <pc:docMk/>
            <pc:sldMk cId="0" sldId="259"/>
            <ac:spMk id="26" creationId="{DA189AD2-FA56-298A-2528-444143280A56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44:41.738" v="1618" actId="1076"/>
          <ac:spMkLst>
            <pc:docMk/>
            <pc:sldMk cId="0" sldId="259"/>
            <ac:spMk id="27" creationId="{AA316E32-1C80-A812-F6F7-321503DB2740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7:59:09.715" v="1620" actId="1076"/>
          <ac:spMkLst>
            <pc:docMk/>
            <pc:sldMk cId="0" sldId="259"/>
            <ac:spMk id="29" creationId="{B03809E7-F719-E1C1-47DE-AA6CC03819BE}"/>
          </ac:spMkLst>
        </pc:spChg>
      </pc:sldChg>
      <pc:sldChg chg="addSp delSp modSp">
        <pc:chgData name="게스트 사용자" userId="S::urn:spo:tenantanon#f09a4ef3-978d-434e-89da-a29b9f9f3c32::" providerId="AD" clId="Web-{00000000-0000-0000-0000-000000000000}" dt="2026-10-12T03:50:00.935" v="369" actId="1076"/>
        <pc:sldMkLst>
          <pc:docMk/>
          <pc:sldMk cId="0" sldId="278"/>
        </pc:sldMkLst>
        <pc:spChg chg="mod">
          <ac:chgData name="게스트 사용자" userId="S::urn:spo:tenantanon#f09a4ef3-978d-434e-89da-a29b9f9f3c32::" providerId="AD" clId="Web-{00000000-0000-0000-0000-000000000000}" dt="2026-10-12T03:49:55.138" v="368" actId="1076"/>
          <ac:spMkLst>
            <pc:docMk/>
            <pc:sldMk cId="0" sldId="278"/>
            <ac:spMk id="14" creationId="{00000000-0000-0000-0000-000000000000}"/>
          </ac:spMkLst>
        </pc:spChg>
        <pc:spChg chg="del">
          <ac:chgData name="게스트 사용자" userId="S::urn:spo:tenantanon#f09a4ef3-978d-434e-89da-a29b9f9f3c32::" providerId="AD" clId="Web-{00000000-0000-0000-0000-000000000000}" dt="2026-10-12T03:48:50.295" v="353"/>
          <ac:spMkLst>
            <pc:docMk/>
            <pc:sldMk cId="0" sldId="278"/>
            <ac:spMk id="18" creationId="{00000000-0000-0000-0000-000000000000}"/>
          </ac:spMkLst>
        </pc:spChg>
        <pc:spChg chg="del">
          <ac:chgData name="게스트 사용자" userId="S::urn:spo:tenantanon#f09a4ef3-978d-434e-89da-a29b9f9f3c32::" providerId="AD" clId="Web-{00000000-0000-0000-0000-000000000000}" dt="2026-10-12T03:48:51.451" v="354"/>
          <ac:spMkLst>
            <pc:docMk/>
            <pc:sldMk cId="0" sldId="278"/>
            <ac:spMk id="20" creationId="{00000000-0000-0000-0000-000000000000}"/>
          </ac:spMkLst>
        </pc:spChg>
        <pc:spChg chg="add mod">
          <ac:chgData name="게스트 사용자" userId="S::urn:spo:tenantanon#f09a4ef3-978d-434e-89da-a29b9f9f3c32::" providerId="AD" clId="Web-{00000000-0000-0000-0000-000000000000}" dt="2026-10-12T03:50:00.935" v="369" actId="1076"/>
          <ac:spMkLst>
            <pc:docMk/>
            <pc:sldMk cId="0" sldId="278"/>
            <ac:spMk id="22" creationId="{9C148F6C-D001-7122-D634-1EF124B2B0CE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49:00.685" v="358" actId="14100"/>
          <ac:spMkLst>
            <pc:docMk/>
            <pc:sldMk cId="0" sldId="278"/>
            <ac:spMk id="23" creationId="{00000000-0000-0000-0000-000000000000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3:48:57.248" v="357"/>
          <ac:spMkLst>
            <pc:docMk/>
            <pc:sldMk cId="0" sldId="278"/>
            <ac:spMk id="24" creationId="{00000000-0000-0000-0000-000000000000}"/>
          </ac:spMkLst>
        </pc:spChg>
        <pc:picChg chg="mod">
          <ac:chgData name="게스트 사용자" userId="S::urn:spo:tenantanon#f09a4ef3-978d-434e-89da-a29b9f9f3c32::" providerId="AD" clId="Web-{00000000-0000-0000-0000-000000000000}" dt="2026-10-12T03:49:46.920" v="367" actId="1076"/>
          <ac:picMkLst>
            <pc:docMk/>
            <pc:sldMk cId="0" sldId="278"/>
            <ac:picMk id="13" creationId="{00000000-0000-0000-0000-000000000000}"/>
          </ac:picMkLst>
        </pc:picChg>
        <pc:picChg chg="del">
          <ac:chgData name="게스트 사용자" userId="S::urn:spo:tenantanon#f09a4ef3-978d-434e-89da-a29b9f9f3c32::" providerId="AD" clId="Web-{00000000-0000-0000-0000-000000000000}" dt="2026-10-12T03:48:46.826" v="352"/>
          <ac:picMkLst>
            <pc:docMk/>
            <pc:sldMk cId="0" sldId="278"/>
            <ac:picMk id="17" creationId="{00000000-0000-0000-0000-000000000000}"/>
          </ac:picMkLst>
        </pc:picChg>
        <pc:picChg chg="del">
          <ac:chgData name="게스트 사용자" userId="S::urn:spo:tenantanon#f09a4ef3-978d-434e-89da-a29b9f9f3c32::" providerId="AD" clId="Web-{00000000-0000-0000-0000-000000000000}" dt="2026-10-12T03:48:44.748" v="351"/>
          <ac:picMkLst>
            <pc:docMk/>
            <pc:sldMk cId="0" sldId="278"/>
            <ac:picMk id="19" creationId="{00000000-0000-0000-0000-000000000000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3:49:27.310" v="364" actId="1076"/>
          <ac:picMkLst>
            <pc:docMk/>
            <pc:sldMk cId="0" sldId="278"/>
            <ac:picMk id="21" creationId="{729DBA87-8B0B-43C6-C02F-556D96949EF6}"/>
          </ac:picMkLst>
        </pc:picChg>
      </pc:sldChg>
      <pc:sldChg chg="addSp delSp modSp">
        <pc:chgData name="게스트 사용자" userId="S::urn:spo:tenantanon#f09a4ef3-978d-434e-89da-a29b9f9f3c32::" providerId="AD" clId="Web-{00000000-0000-0000-0000-000000000000}" dt="2026-10-12T03:47:25.435" v="350" actId="20577"/>
        <pc:sldMkLst>
          <pc:docMk/>
          <pc:sldMk cId="1229656876" sldId="283"/>
        </pc:sldMkLst>
        <pc:spChg chg="add mod">
          <ac:chgData name="게스트 사용자" userId="S::urn:spo:tenantanon#f09a4ef3-978d-434e-89da-a29b9f9f3c32::" providerId="AD" clId="Web-{00000000-0000-0000-0000-000000000000}" dt="2026-10-12T03:44:48.373" v="270" actId="1076"/>
          <ac:spMkLst>
            <pc:docMk/>
            <pc:sldMk cId="1229656876" sldId="283"/>
            <ac:spMk id="14" creationId="{CC3C7FFC-583B-3313-805A-EA1E5E43D1D6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31:57.858" v="82" actId="1076"/>
          <ac:spMkLst>
            <pc:docMk/>
            <pc:sldMk cId="1229656876" sldId="283"/>
            <ac:spMk id="18" creationId="{D5B4A50C-CB28-416C-FD40-33C1034448BD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30:54.764" v="50"/>
          <ac:spMkLst>
            <pc:docMk/>
            <pc:sldMk cId="1229656876" sldId="283"/>
            <ac:spMk id="24" creationId="{165C6FA0-99FC-0479-2299-6C6408B012B2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4:03.342" v="198"/>
          <ac:spMkLst>
            <pc:docMk/>
            <pc:sldMk cId="1229656876" sldId="283"/>
            <ac:spMk id="26" creationId="{62BD7513-565D-A43A-2DFB-7CBED29D8C3B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4:01.529" v="190"/>
          <ac:spMkLst>
            <pc:docMk/>
            <pc:sldMk cId="1229656876" sldId="283"/>
            <ac:spMk id="30" creationId="{0822B735-7E24-1FA1-F6B6-D3759DFA1B56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4:00.514" v="182"/>
          <ac:spMkLst>
            <pc:docMk/>
            <pc:sldMk cId="1229656876" sldId="283"/>
            <ac:spMk id="34" creationId="{AC8DCD09-DD86-90FD-6928-3232F9225F0B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26:31.530" v="14" actId="1076"/>
          <ac:spMkLst>
            <pc:docMk/>
            <pc:sldMk cId="1229656876" sldId="283"/>
            <ac:spMk id="40" creationId="{B8256785-2FA5-5E13-3F6E-0A054750227E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26:31.562" v="15" actId="1076"/>
          <ac:spMkLst>
            <pc:docMk/>
            <pc:sldMk cId="1229656876" sldId="283"/>
            <ac:spMk id="42" creationId="{08E2F1B6-4F48-858D-3C92-AB54F86D686B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25:55.468" v="6" actId="1076"/>
          <ac:spMkLst>
            <pc:docMk/>
            <pc:sldMk cId="1229656876" sldId="283"/>
            <ac:spMk id="44" creationId="{96C71743-0BFB-1BB1-F366-2F9E0BF9FD30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5:20.373" v="285"/>
          <ac:spMkLst>
            <pc:docMk/>
            <pc:sldMk cId="1229656876" sldId="283"/>
            <ac:spMk id="45" creationId="{CBA91F39-CF33-C484-CB64-F6BA7A3C8681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3:32:28.796" v="92"/>
          <ac:spMkLst>
            <pc:docMk/>
            <pc:sldMk cId="1229656876" sldId="283"/>
            <ac:spMk id="49" creationId="{8D549E56-5C3E-94A4-A096-657A07B113F1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3:32:31.217" v="93"/>
          <ac:spMkLst>
            <pc:docMk/>
            <pc:sldMk cId="1229656876" sldId="283"/>
            <ac:spMk id="50" creationId="{FCB93830-A2FD-127B-91FA-AAECDD48A959}"/>
          </ac:spMkLst>
        </pc:spChg>
        <pc:spChg chg="del mod">
          <ac:chgData name="게스트 사용자" userId="S::urn:spo:tenantanon#f09a4ef3-978d-434e-89da-a29b9f9f3c32::" providerId="AD" clId="Web-{00000000-0000-0000-0000-000000000000}" dt="2026-10-12T03:32:32.842" v="94"/>
          <ac:spMkLst>
            <pc:docMk/>
            <pc:sldMk cId="1229656876" sldId="283"/>
            <ac:spMk id="51" creationId="{A4C0828D-0526-7A99-5E92-6B0ED44E2D68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5:20.373" v="280"/>
          <ac:spMkLst>
            <pc:docMk/>
            <pc:sldMk cId="1229656876" sldId="283"/>
            <ac:spMk id="53" creationId="{FD75D4EC-C528-3266-6572-94B1995CA32C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5:20.373" v="275"/>
          <ac:spMkLst>
            <pc:docMk/>
            <pc:sldMk cId="1229656876" sldId="283"/>
            <ac:spMk id="61" creationId="{9BB645F4-F1A5-C8B4-0999-83AA6D3EFDDB}"/>
          </ac:spMkLst>
        </pc:spChg>
        <pc:spChg chg="add del mod">
          <ac:chgData name="게스트 사용자" userId="S::urn:spo:tenantanon#f09a4ef3-978d-434e-89da-a29b9f9f3c32::" providerId="AD" clId="Web-{00000000-0000-0000-0000-000000000000}" dt="2026-10-12T03:45:48.732" v="315"/>
          <ac:spMkLst>
            <pc:docMk/>
            <pc:sldMk cId="1229656876" sldId="283"/>
            <ac:spMk id="66" creationId="{70DB54D3-4DCC-FF47-5926-825C78553D8C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47:15.967" v="337" actId="20577"/>
          <ac:spMkLst>
            <pc:docMk/>
            <pc:sldMk cId="1229656876" sldId="283"/>
            <ac:spMk id="73" creationId="{3D576DDE-331D-7183-0D24-5E798704FE40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47:20.185" v="342" actId="20577"/>
          <ac:spMkLst>
            <pc:docMk/>
            <pc:sldMk cId="1229656876" sldId="283"/>
            <ac:spMk id="79" creationId="{3F2E11FB-9650-E3E2-4185-D7BE0AAB6E58}"/>
          </ac:spMkLst>
        </pc:spChg>
        <pc:spChg chg="mod">
          <ac:chgData name="게스트 사용자" userId="S::urn:spo:tenantanon#f09a4ef3-978d-434e-89da-a29b9f9f3c32::" providerId="AD" clId="Web-{00000000-0000-0000-0000-000000000000}" dt="2026-10-12T03:47:25.435" v="350" actId="20577"/>
          <ac:spMkLst>
            <pc:docMk/>
            <pc:sldMk cId="1229656876" sldId="283"/>
            <ac:spMk id="91" creationId="{81878A43-4B24-9ED3-1F51-511E835DF3D2}"/>
          </ac:spMkLst>
        </pc:spChg>
        <pc:grpChg chg="add">
          <ac:chgData name="게스트 사용자" userId="S::urn:spo:tenantanon#f09a4ef3-978d-434e-89da-a29b9f9f3c32::" providerId="AD" clId="Web-{00000000-0000-0000-0000-000000000000}" dt="2026-10-12T03:45:54.732" v="317"/>
          <ac:grpSpMkLst>
            <pc:docMk/>
            <pc:sldMk cId="1229656876" sldId="283"/>
            <ac:grpSpMk id="70" creationId="{4642F899-9268-3B25-C281-B603036C949D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3:47:07.263" v="332" actId="1076"/>
          <ac:grpSpMkLst>
            <pc:docMk/>
            <pc:sldMk cId="1229656876" sldId="283"/>
            <ac:grpSpMk id="71" creationId="{A57B99F7-8E84-34B6-13FD-C0AAC50B080B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3:47:07.295" v="333" actId="1076"/>
          <ac:grpSpMkLst>
            <pc:docMk/>
            <pc:sldMk cId="1229656876" sldId="283"/>
            <ac:grpSpMk id="77" creationId="{324FD1AC-D77B-3996-7F81-A057D788E121}"/>
          </ac:grpSpMkLst>
        </pc:grpChg>
        <pc:grpChg chg="add del mod">
          <ac:chgData name="게스트 사용자" userId="S::urn:spo:tenantanon#f09a4ef3-978d-434e-89da-a29b9f9f3c32::" providerId="AD" clId="Web-{00000000-0000-0000-0000-000000000000}" dt="2026-10-12T03:46:17.451" v="325"/>
          <ac:grpSpMkLst>
            <pc:docMk/>
            <pc:sldMk cId="1229656876" sldId="283"/>
            <ac:grpSpMk id="83" creationId="{6033EB2C-7854-E9FD-023C-EE0B893F2256}"/>
          </ac:grpSpMkLst>
        </pc:grpChg>
        <pc:grpChg chg="add mod">
          <ac:chgData name="게스트 사용자" userId="S::urn:spo:tenantanon#f09a4ef3-978d-434e-89da-a29b9f9f3c32::" providerId="AD" clId="Web-{00000000-0000-0000-0000-000000000000}" dt="2026-10-12T03:47:03.576" v="331" actId="1076"/>
          <ac:grpSpMkLst>
            <pc:docMk/>
            <pc:sldMk cId="1229656876" sldId="283"/>
            <ac:grpSpMk id="89" creationId="{991DDB4B-D592-E258-C124-551E56787928}"/>
          </ac:grpSpMkLst>
        </pc:grpChg>
        <pc:picChg chg="add mod">
          <ac:chgData name="게스트 사용자" userId="S::urn:spo:tenantanon#f09a4ef3-978d-434e-89da-a29b9f9f3c32::" providerId="AD" clId="Web-{00000000-0000-0000-0000-000000000000}" dt="2026-10-12T03:44:48.373" v="271" actId="1076"/>
          <ac:picMkLst>
            <pc:docMk/>
            <pc:sldMk cId="1229656876" sldId="283"/>
            <ac:picMk id="6" creationId="{9D726EC5-40C5-42FF-A70E-D316F92A310B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3:32.701" v="134"/>
          <ac:picMkLst>
            <pc:docMk/>
            <pc:sldMk cId="1229656876" sldId="283"/>
            <ac:picMk id="7" creationId="{E9E9B09D-4392-1FF7-BD02-64D4731EDA73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3:31.967" v="133"/>
          <ac:picMkLst>
            <pc:docMk/>
            <pc:sldMk cId="1229656876" sldId="283"/>
            <ac:picMk id="8" creationId="{1B1BDCC6-BE39-5346-96DA-C94C94AA1BE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3:30.935" v="132"/>
          <ac:picMkLst>
            <pc:docMk/>
            <pc:sldMk cId="1229656876" sldId="283"/>
            <ac:picMk id="10" creationId="{6111B2EA-EF32-C73F-451F-72A28AA0E080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3:41:33.482" v="123" actId="1076"/>
          <ac:picMkLst>
            <pc:docMk/>
            <pc:sldMk cId="1229656876" sldId="283"/>
            <ac:picMk id="16" creationId="{10861B4D-AD7C-36AB-FC22-07AC4AA9B3CE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3:43:15.498" v="130" actId="1076"/>
          <ac:picMkLst>
            <pc:docMk/>
            <pc:sldMk cId="1229656876" sldId="283"/>
            <ac:picMk id="17" creationId="{372C15C5-E2DC-405E-9680-F9DD51EFE010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3:44:48.373" v="269" actId="1076"/>
          <ac:picMkLst>
            <pc:docMk/>
            <pc:sldMk cId="1229656876" sldId="283"/>
            <ac:picMk id="20" creationId="{6477D327-3969-CF42-7E13-CA88894E56E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33:15.030" v="102"/>
          <ac:picMkLst>
            <pc:docMk/>
            <pc:sldMk cId="1229656876" sldId="283"/>
            <ac:picMk id="22" creationId="{C925CA96-89FE-407F-2427-C618CC4EED9A}"/>
          </ac:picMkLst>
        </pc:picChg>
        <pc:picChg chg="add mod">
          <ac:chgData name="게스트 사용자" userId="S::urn:spo:tenantanon#f09a4ef3-978d-434e-89da-a29b9f9f3c32::" providerId="AD" clId="Web-{00000000-0000-0000-0000-000000000000}" dt="2026-10-12T03:44:48.357" v="268" actId="1076"/>
          <ac:picMkLst>
            <pc:docMk/>
            <pc:sldMk cId="1229656876" sldId="283"/>
            <ac:picMk id="25" creationId="{7B67543B-A3BE-1AB7-E386-88FFE91E244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3.342" v="197"/>
          <ac:picMkLst>
            <pc:docMk/>
            <pc:sldMk cId="1229656876" sldId="283"/>
            <ac:picMk id="27" creationId="{F5C3B7C1-14F2-9F6A-FD23-F85D78337E54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3.342" v="196"/>
          <ac:picMkLst>
            <pc:docMk/>
            <pc:sldMk cId="1229656876" sldId="283"/>
            <ac:picMk id="28" creationId="{8B7F89D0-D3C2-FF37-E410-49B2A7B30F83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3.342" v="195"/>
          <ac:picMkLst>
            <pc:docMk/>
            <pc:sldMk cId="1229656876" sldId="283"/>
            <ac:picMk id="29" creationId="{9BE261B5-21AF-FBD1-C93E-DBE5A6E5B1A6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1.529" v="189"/>
          <ac:picMkLst>
            <pc:docMk/>
            <pc:sldMk cId="1229656876" sldId="283"/>
            <ac:picMk id="31" creationId="{E7E0AC7A-108D-C613-E6BA-7A0F99AC1FF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1.529" v="188"/>
          <ac:picMkLst>
            <pc:docMk/>
            <pc:sldMk cId="1229656876" sldId="283"/>
            <ac:picMk id="32" creationId="{411BD2AB-654B-716D-6196-849EA391DE7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1.529" v="187"/>
          <ac:picMkLst>
            <pc:docMk/>
            <pc:sldMk cId="1229656876" sldId="283"/>
            <ac:picMk id="33" creationId="{8CFAA820-8E41-BE36-2D83-18829DF9B0F1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0.514" v="181"/>
          <ac:picMkLst>
            <pc:docMk/>
            <pc:sldMk cId="1229656876" sldId="283"/>
            <ac:picMk id="35" creationId="{FFDE1A56-3E27-2F66-0055-3E45E39761BC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0.514" v="180"/>
          <ac:picMkLst>
            <pc:docMk/>
            <pc:sldMk cId="1229656876" sldId="283"/>
            <ac:picMk id="36" creationId="{EE658C55-CE05-9D57-9636-70A950519A79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4:00.514" v="179"/>
          <ac:picMkLst>
            <pc:docMk/>
            <pc:sldMk cId="1229656876" sldId="283"/>
            <ac:picMk id="37" creationId="{5FFF7C6E-46E4-AA6A-F129-03922EC259B9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86"/>
          <ac:picMkLst>
            <pc:docMk/>
            <pc:sldMk cId="1229656876" sldId="283"/>
            <ac:picMk id="38" creationId="{344C70D2-1A43-6976-86B2-472F76092B8C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3:26:21.780" v="12" actId="1076"/>
          <ac:picMkLst>
            <pc:docMk/>
            <pc:sldMk cId="1229656876" sldId="283"/>
            <ac:picMk id="39" creationId="{C4304858-81B9-B9B8-93A6-4F27207486DD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3:26:21.827" v="13" actId="1076"/>
          <ac:picMkLst>
            <pc:docMk/>
            <pc:sldMk cId="1229656876" sldId="283"/>
            <ac:picMk id="41" creationId="{C42D28E5-2B1D-422E-6F39-FA95FF4D41C2}"/>
          </ac:picMkLst>
        </pc:picChg>
        <pc:picChg chg="mod">
          <ac:chgData name="게스트 사용자" userId="S::urn:spo:tenantanon#f09a4ef3-978d-434e-89da-a29b9f9f3c32::" providerId="AD" clId="Web-{00000000-0000-0000-0000-000000000000}" dt="2026-10-12T03:26:18.108" v="11" actId="1076"/>
          <ac:picMkLst>
            <pc:docMk/>
            <pc:sldMk cId="1229656876" sldId="283"/>
            <ac:picMk id="43" creationId="{686A7033-DBA3-E54A-D867-1D07E25F1749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84"/>
          <ac:picMkLst>
            <pc:docMk/>
            <pc:sldMk cId="1229656876" sldId="283"/>
            <ac:picMk id="46" creationId="{22311685-171B-C7D3-D53D-70C2804B84DE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83"/>
          <ac:picMkLst>
            <pc:docMk/>
            <pc:sldMk cId="1229656876" sldId="283"/>
            <ac:picMk id="47" creationId="{682D5860-FAD1-21E3-6B8C-BE4E4141386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82"/>
          <ac:picMkLst>
            <pc:docMk/>
            <pc:sldMk cId="1229656876" sldId="283"/>
            <ac:picMk id="48" creationId="{254E7D42-629B-F01D-CE65-9E493734F312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81"/>
          <ac:picMkLst>
            <pc:docMk/>
            <pc:sldMk cId="1229656876" sldId="283"/>
            <ac:picMk id="52" creationId="{1F25186B-0DE2-9368-4363-A3EC4ED3A0A4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9"/>
          <ac:picMkLst>
            <pc:docMk/>
            <pc:sldMk cId="1229656876" sldId="283"/>
            <ac:picMk id="54" creationId="{A5DDF8E8-953F-3934-94F0-C2407FC124A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8"/>
          <ac:picMkLst>
            <pc:docMk/>
            <pc:sldMk cId="1229656876" sldId="283"/>
            <ac:picMk id="56" creationId="{2802495D-7337-4BEE-5AB5-E0FC8F0EC5A3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7"/>
          <ac:picMkLst>
            <pc:docMk/>
            <pc:sldMk cId="1229656876" sldId="283"/>
            <ac:picMk id="58" creationId="{DE13A683-8C08-198D-5974-19A904BAAE00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6"/>
          <ac:picMkLst>
            <pc:docMk/>
            <pc:sldMk cId="1229656876" sldId="283"/>
            <ac:picMk id="60" creationId="{19529DE5-7819-6394-ACC9-9460FBF7D3F2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4"/>
          <ac:picMkLst>
            <pc:docMk/>
            <pc:sldMk cId="1229656876" sldId="283"/>
            <ac:picMk id="62" creationId="{02CB3904-14BB-E32E-CB9E-C3A791B26EC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3"/>
          <ac:picMkLst>
            <pc:docMk/>
            <pc:sldMk cId="1229656876" sldId="283"/>
            <ac:picMk id="63" creationId="{BF174105-48AF-C113-C487-985C67562FA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20.373" v="272"/>
          <ac:picMkLst>
            <pc:docMk/>
            <pc:sldMk cId="1229656876" sldId="283"/>
            <ac:picMk id="64" creationId="{405800D8-42FC-F1A3-21AE-121C2299E0CA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48.732" v="316"/>
          <ac:picMkLst>
            <pc:docMk/>
            <pc:sldMk cId="1229656876" sldId="283"/>
            <ac:picMk id="65" creationId="{D4D45573-127A-CE23-5DE0-4FAB32B4189B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48.732" v="314"/>
          <ac:picMkLst>
            <pc:docMk/>
            <pc:sldMk cId="1229656876" sldId="283"/>
            <ac:picMk id="67" creationId="{35135D06-5EC5-9860-E500-BF4C2B25B7B8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48.732" v="313"/>
          <ac:picMkLst>
            <pc:docMk/>
            <pc:sldMk cId="1229656876" sldId="283"/>
            <ac:picMk id="68" creationId="{A986FEFA-9955-5319-76BD-EAA77CD4EDD7}"/>
          </ac:picMkLst>
        </pc:picChg>
        <pc:picChg chg="add del mod">
          <ac:chgData name="게스트 사용자" userId="S::urn:spo:tenantanon#f09a4ef3-978d-434e-89da-a29b9f9f3c32::" providerId="AD" clId="Web-{00000000-0000-0000-0000-000000000000}" dt="2026-10-12T03:45:48.732" v="312"/>
          <ac:picMkLst>
            <pc:docMk/>
            <pc:sldMk cId="1229656876" sldId="283"/>
            <ac:picMk id="69" creationId="{F6177B1F-48E1-5A22-C850-F452B4341D9F}"/>
          </ac:picMkLst>
        </pc:picChg>
      </pc:sldChg>
    </pc:docChg>
  </pc:docChgLst>
  <pc:docChgLst>
    <pc:chgData name="게스트 사용자" userId="S::urn:spo:tenantanon#f09a4ef3-978d-434e-89da-a29b9f9f3c32::" providerId="AD" clId="Web-{6E8D8115-3E8E-059E-3F5D-CE9BA70A5C57}"/>
    <pc:docChg chg="modSld">
      <pc:chgData name="게스트 사용자" userId="S::urn:spo:tenantanon#f09a4ef3-978d-434e-89da-a29b9f9f3c32::" providerId="AD" clId="Web-{6E8D8115-3E8E-059E-3F5D-CE9BA70A5C57}" dt="2026-10-12T06:19:28.174" v="65"/>
      <pc:docMkLst>
        <pc:docMk/>
      </pc:docMkLst>
      <pc:sldChg chg="delSp modSp">
        <pc:chgData name="게스트 사용자" userId="S::urn:spo:tenantanon#f09a4ef3-978d-434e-89da-a29b9f9f3c32::" providerId="AD" clId="Web-{6E8D8115-3E8E-059E-3F5D-CE9BA70A5C57}" dt="2026-10-12T06:19:28.174" v="65"/>
        <pc:sldMkLst>
          <pc:docMk/>
          <pc:sldMk cId="0" sldId="257"/>
        </pc:sldMkLst>
        <pc:spChg chg="del">
          <ac:chgData name="게스트 사용자" userId="S::urn:spo:tenantanon#f09a4ef3-978d-434e-89da-a29b9f9f3c32::" providerId="AD" clId="Web-{6E8D8115-3E8E-059E-3F5D-CE9BA70A5C57}" dt="2026-10-12T06:19:28.174" v="65"/>
          <ac:spMkLst>
            <pc:docMk/>
            <pc:sldMk cId="0" sldId="257"/>
            <ac:spMk id="2" creationId="{00000000-0000-0000-0000-000000000000}"/>
          </ac:spMkLst>
        </pc:spChg>
        <pc:spChg chg="mod">
          <ac:chgData name="게스트 사용자" userId="S::urn:spo:tenantanon#f09a4ef3-978d-434e-89da-a29b9f9f3c32::" providerId="AD" clId="Web-{6E8D8115-3E8E-059E-3F5D-CE9BA70A5C57}" dt="2026-10-12T06:18:47.362" v="64" actId="20577"/>
          <ac:spMkLst>
            <pc:docMk/>
            <pc:sldMk cId="0" sldId="257"/>
            <ac:spMk id="25" creationId="{00000000-0000-0000-0000-000000000000}"/>
          </ac:spMkLst>
        </pc:spChg>
      </pc:sldChg>
      <pc:sldChg chg="addSp delSp modSp">
        <pc:chgData name="게스트 사용자" userId="S::urn:spo:tenantanon#f09a4ef3-978d-434e-89da-a29b9f9f3c32::" providerId="AD" clId="Web-{6E8D8115-3E8E-059E-3F5D-CE9BA70A5C57}" dt="2026-10-12T06:15:34.471" v="52" actId="20577"/>
        <pc:sldMkLst>
          <pc:docMk/>
          <pc:sldMk cId="0" sldId="278"/>
        </pc:sldMkLst>
        <pc:spChg chg="add del mod">
          <ac:chgData name="게스트 사용자" userId="S::urn:spo:tenantanon#f09a4ef3-978d-434e-89da-a29b9f9f3c32::" providerId="AD" clId="Web-{6E8D8115-3E8E-059E-3F5D-CE9BA70A5C57}" dt="2026-10-12T06:14:55.643" v="41" actId="20577"/>
          <ac:spMkLst>
            <pc:docMk/>
            <pc:sldMk cId="0" sldId="278"/>
            <ac:spMk id="8" creationId="{00000000-0000-0000-0000-000000000000}"/>
          </ac:spMkLst>
        </pc:spChg>
        <pc:spChg chg="mod">
          <ac:chgData name="게스트 사용자" userId="S::urn:spo:tenantanon#f09a4ef3-978d-434e-89da-a29b9f9f3c32::" providerId="AD" clId="Web-{6E8D8115-3E8E-059E-3F5D-CE9BA70A5C57}" dt="2026-10-12T06:15:18.831" v="51" actId="2057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게스트 사용자" userId="S::urn:spo:tenantanon#f09a4ef3-978d-434e-89da-a29b9f9f3c32::" providerId="AD" clId="Web-{6E8D8115-3E8E-059E-3F5D-CE9BA70A5C57}" dt="2026-10-12T06:15:34.471" v="52" actId="20577"/>
          <ac:spMkLst>
            <pc:docMk/>
            <pc:sldMk cId="0" sldId="278"/>
            <ac:spMk id="14" creationId="{00000000-0000-0000-0000-000000000000}"/>
          </ac:spMkLst>
        </pc:spChg>
      </pc:sldChg>
      <pc:sldChg chg="addSp delSp modSp">
        <pc:chgData name="게스트 사용자" userId="S::urn:spo:tenantanon#f09a4ef3-978d-434e-89da-a29b9f9f3c32::" providerId="AD" clId="Web-{6E8D8115-3E8E-059E-3F5D-CE9BA70A5C57}" dt="2026-10-12T06:17:31.502" v="53" actId="1076"/>
        <pc:sldMkLst>
          <pc:docMk/>
          <pc:sldMk cId="1229656876" sldId="283"/>
        </pc:sldMkLst>
        <pc:spChg chg="add">
          <ac:chgData name="게스트 사용자" userId="S::urn:spo:tenantanon#f09a4ef3-978d-434e-89da-a29b9f9f3c32::" providerId="AD" clId="Web-{6E8D8115-3E8E-059E-3F5D-CE9BA70A5C57}" dt="2026-10-12T06:15:05.284" v="43"/>
          <ac:spMkLst>
            <pc:docMk/>
            <pc:sldMk cId="1229656876" sldId="283"/>
            <ac:spMk id="7" creationId="{82419A82-B1A6-FDD7-ED4A-5C5B04EEC090}"/>
          </ac:spMkLst>
        </pc:spChg>
        <pc:spChg chg="del">
          <ac:chgData name="게스트 사용자" userId="S::urn:spo:tenantanon#f09a4ef3-978d-434e-89da-a29b9f9f3c32::" providerId="AD" clId="Web-{6E8D8115-3E8E-059E-3F5D-CE9BA70A5C57}" dt="2026-10-12T06:15:04.377" v="42"/>
          <ac:spMkLst>
            <pc:docMk/>
            <pc:sldMk cId="1229656876" sldId="283"/>
            <ac:spMk id="9" creationId="{6AC75758-8661-D188-2475-D85EC5CDA5C0}"/>
          </ac:spMkLst>
        </pc:spChg>
        <pc:spChg chg="mod">
          <ac:chgData name="게스트 사용자" userId="S::urn:spo:tenantanon#f09a4ef3-978d-434e-89da-a29b9f9f3c32::" providerId="AD" clId="Web-{6E8D8115-3E8E-059E-3F5D-CE9BA70A5C57}" dt="2026-10-12T06:17:31.502" v="53" actId="1076"/>
          <ac:spMkLst>
            <pc:docMk/>
            <pc:sldMk cId="1229656876" sldId="283"/>
            <ac:spMk id="18" creationId="{D5B4A50C-CB28-416C-FD40-33C1034448BD}"/>
          </ac:spMkLst>
        </pc:spChg>
        <pc:spChg chg="mod">
          <ac:chgData name="게스트 사용자" userId="S::urn:spo:tenantanon#f09a4ef3-978d-434e-89da-a29b9f9f3c32::" providerId="AD" clId="Web-{6E8D8115-3E8E-059E-3F5D-CE9BA70A5C57}" dt="2026-10-12T06:15:12.393" v="49" actId="20577"/>
          <ac:spMkLst>
            <pc:docMk/>
            <pc:sldMk cId="1229656876" sldId="283"/>
            <ac:spMk id="57" creationId="{31DFB7F5-9215-FC3C-F6DC-168E3FCD7531}"/>
          </ac:spMkLst>
        </pc:spChg>
      </pc:sldChg>
    </pc:docChg>
  </pc:docChgLst>
  <pc:docChgLst>
    <pc:chgData name="Guest User" userId="S::urn:spo:tenantanon#f09a4ef3-978d-434e-89da-a29b9f9f3c32::" providerId="AD" clId="Web-{666C462A-F60A-DE00-3CF8-1F1ED20AB02D}"/>
    <pc:docChg chg="addSld delSld modSld">
      <pc:chgData name="Guest User" userId="S::urn:spo:tenantanon#f09a4ef3-978d-434e-89da-a29b9f9f3c32::" providerId="AD" clId="Web-{666C462A-F60A-DE00-3CF8-1F1ED20AB02D}" dt="2026-10-12T07:15:20.149" v="1057" actId="20577"/>
      <pc:docMkLst>
        <pc:docMk/>
      </pc:docMkLst>
      <pc:sldChg chg="modSp">
        <pc:chgData name="Guest User" userId="S::urn:spo:tenantanon#f09a4ef3-978d-434e-89da-a29b9f9f3c32::" providerId="AD" clId="Web-{666C462A-F60A-DE00-3CF8-1F1ED20AB02D}" dt="2026-10-12T04:55:56.934" v="975" actId="20577"/>
        <pc:sldMkLst>
          <pc:docMk/>
          <pc:sldMk cId="0" sldId="263"/>
        </pc:sldMkLst>
        <pc:spChg chg="mod">
          <ac:chgData name="Guest User" userId="S::urn:spo:tenantanon#f09a4ef3-978d-434e-89da-a29b9f9f3c32::" providerId="AD" clId="Web-{666C462A-F60A-DE00-3CF8-1F1ED20AB02D}" dt="2026-10-12T04:55:56.934" v="975" actId="20577"/>
          <ac:spMkLst>
            <pc:docMk/>
            <pc:sldMk cId="0" sldId="263"/>
            <ac:spMk id="12" creationId="{00000000-0000-0000-0000-000000000000}"/>
          </ac:spMkLst>
        </pc:spChg>
      </pc:sldChg>
      <pc:sldChg chg="addSp modSp">
        <pc:chgData name="Guest User" userId="S::urn:spo:tenantanon#f09a4ef3-978d-434e-89da-a29b9f9f3c32::" providerId="AD" clId="Web-{666C462A-F60A-DE00-3CF8-1F1ED20AB02D}" dt="2026-10-12T05:03:26.902" v="1032" actId="20577"/>
        <pc:sldMkLst>
          <pc:docMk/>
          <pc:sldMk cId="0" sldId="267"/>
        </pc:sldMkLst>
        <pc:spChg chg="add mod">
          <ac:chgData name="Guest User" userId="S::urn:spo:tenantanon#f09a4ef3-978d-434e-89da-a29b9f9f3c32::" providerId="AD" clId="Web-{666C462A-F60A-DE00-3CF8-1F1ED20AB02D}" dt="2026-10-12T05:02:47.618" v="1027" actId="20577"/>
          <ac:spMkLst>
            <pc:docMk/>
            <pc:sldMk cId="0" sldId="267"/>
            <ac:spMk id="3" creationId="{4B079AC3-81D3-D983-4867-0A8182E11502}"/>
          </ac:spMkLst>
        </pc:spChg>
        <pc:spChg chg="mod">
          <ac:chgData name="Guest User" userId="S::urn:spo:tenantanon#f09a4ef3-978d-434e-89da-a29b9f9f3c32::" providerId="AD" clId="Web-{666C462A-F60A-DE00-3CF8-1F1ED20AB02D}" dt="2026-10-12T05:02:24.132" v="1016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Guest User" userId="S::urn:spo:tenantanon#f09a4ef3-978d-434e-89da-a29b9f9f3c32::" providerId="AD" clId="Web-{666C462A-F60A-DE00-3CF8-1F1ED20AB02D}" dt="2026-10-12T04:57:08.408" v="989" actId="20577"/>
          <ac:spMkLst>
            <pc:docMk/>
            <pc:sldMk cId="0" sldId="267"/>
            <ac:spMk id="16" creationId="{00000000-0000-0000-0000-000000000000}"/>
          </ac:spMkLst>
        </pc:spChg>
        <pc:spChg chg="mod">
          <ac:chgData name="Guest User" userId="S::urn:spo:tenantanon#f09a4ef3-978d-434e-89da-a29b9f9f3c32::" providerId="AD" clId="Web-{666C462A-F60A-DE00-3CF8-1F1ED20AB02D}" dt="2026-10-12T05:02:28.758" v="1019" actId="20577"/>
          <ac:spMkLst>
            <pc:docMk/>
            <pc:sldMk cId="0" sldId="267"/>
            <ac:spMk id="18" creationId="{00000000-0000-0000-0000-000000000000}"/>
          </ac:spMkLst>
        </pc:spChg>
        <pc:spChg chg="mod">
          <ac:chgData name="Guest User" userId="S::urn:spo:tenantanon#f09a4ef3-978d-434e-89da-a29b9f9f3c32::" providerId="AD" clId="Web-{666C462A-F60A-DE00-3CF8-1F1ED20AB02D}" dt="2026-10-12T05:03:26.902" v="1032" actId="2057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Guest User" userId="S::urn:spo:tenantanon#f09a4ef3-978d-434e-89da-a29b9f9f3c32::" providerId="AD" clId="Web-{666C462A-F60A-DE00-3CF8-1F1ED20AB02D}" dt="2026-10-12T05:02:55.774" v="1030" actId="1076"/>
          <ac:spMkLst>
            <pc:docMk/>
            <pc:sldMk cId="0" sldId="267"/>
            <ac:spMk id="24" creationId="{00000000-0000-0000-0000-000000000000}"/>
          </ac:spMkLst>
        </pc:spChg>
        <pc:picChg chg="add mod">
          <ac:chgData name="Guest User" userId="S::urn:spo:tenantanon#f09a4ef3-978d-434e-89da-a29b9f9f3c32::" providerId="AD" clId="Web-{666C462A-F60A-DE00-3CF8-1F1ED20AB02D}" dt="2026-10-12T03:31:11.390" v="53" actId="14100"/>
          <ac:picMkLst>
            <pc:docMk/>
            <pc:sldMk cId="0" sldId="267"/>
            <ac:picMk id="7" creationId="{A55A6C87-A854-FFC0-9F81-DD9E5B4983B4}"/>
          </ac:picMkLst>
        </pc:picChg>
      </pc:sldChg>
      <pc:sldChg chg="addSp delSp modSp">
        <pc:chgData name="Guest User" userId="S::urn:spo:tenantanon#f09a4ef3-978d-434e-89da-a29b9f9f3c32::" providerId="AD" clId="Web-{666C462A-F60A-DE00-3CF8-1F1ED20AB02D}" dt="2026-10-12T03:30:15.997" v="45" actId="1076"/>
        <pc:sldMkLst>
          <pc:docMk/>
          <pc:sldMk cId="0" sldId="272"/>
        </pc:sldMkLst>
        <pc:spChg chg="add del">
          <ac:chgData name="Guest User" userId="S::urn:spo:tenantanon#f09a4ef3-978d-434e-89da-a29b9f9f3c32::" providerId="AD" clId="Web-{666C462A-F60A-DE00-3CF8-1F1ED20AB02D}" dt="2026-10-12T03:24:14.750" v="7"/>
          <ac:spMkLst>
            <pc:docMk/>
            <pc:sldMk cId="0" sldId="272"/>
            <ac:spMk id="48" creationId="{00000000-0000-0000-0000-000000000000}"/>
          </ac:spMkLst>
        </pc:spChg>
        <pc:spChg chg="del">
          <ac:chgData name="Guest User" userId="S::urn:spo:tenantanon#f09a4ef3-978d-434e-89da-a29b9f9f3c32::" providerId="AD" clId="Web-{666C462A-F60A-DE00-3CF8-1F1ED20AB02D}" dt="2026-10-12T03:24:59.314" v="10"/>
          <ac:spMkLst>
            <pc:docMk/>
            <pc:sldMk cId="0" sldId="272"/>
            <ac:spMk id="49" creationId="{00000000-0000-0000-0000-000000000000}"/>
          </ac:spMkLst>
        </pc:spChg>
        <pc:spChg chg="del">
          <ac:chgData name="Guest User" userId="S::urn:spo:tenantanon#f09a4ef3-978d-434e-89da-a29b9f9f3c32::" providerId="AD" clId="Web-{666C462A-F60A-DE00-3CF8-1F1ED20AB02D}" dt="2026-10-12T03:26:00.910" v="20"/>
          <ac:spMkLst>
            <pc:docMk/>
            <pc:sldMk cId="0" sldId="272"/>
            <ac:spMk id="50" creationId="{00000000-0000-0000-0000-000000000000}"/>
          </ac:spMkLst>
        </pc:spChg>
        <pc:spChg chg="del mod">
          <ac:chgData name="Guest User" userId="S::urn:spo:tenantanon#f09a4ef3-978d-434e-89da-a29b9f9f3c32::" providerId="AD" clId="Web-{666C462A-F60A-DE00-3CF8-1F1ED20AB02D}" dt="2026-10-12T03:26:53.771" v="29"/>
          <ac:spMkLst>
            <pc:docMk/>
            <pc:sldMk cId="0" sldId="272"/>
            <ac:spMk id="51" creationId="{00000000-0000-0000-0000-000000000000}"/>
          </ac:spMkLst>
        </pc:spChg>
        <pc:picChg chg="del">
          <ac:chgData name="Guest User" userId="S::urn:spo:tenantanon#f09a4ef3-978d-434e-89da-a29b9f9f3c32::" providerId="AD" clId="Web-{666C462A-F60A-DE00-3CF8-1F1ED20AB02D}" dt="2026-10-12T03:25:58.378" v="19"/>
          <ac:picMkLst>
            <pc:docMk/>
            <pc:sldMk cId="0" sldId="272"/>
            <ac:picMk id="2" creationId="{00000000-0000-0000-0000-000000000000}"/>
          </ac:picMkLst>
        </pc:picChg>
        <pc:picChg chg="add mod">
          <ac:chgData name="Guest User" userId="S::urn:spo:tenantanon#f09a4ef3-978d-434e-89da-a29b9f9f3c32::" providerId="AD" clId="Web-{666C462A-F60A-DE00-3CF8-1F1ED20AB02D}" dt="2026-10-12T03:24:34.657" v="9" actId="1076"/>
          <ac:picMkLst>
            <pc:docMk/>
            <pc:sldMk cId="0" sldId="272"/>
            <ac:picMk id="44" creationId="{2B75ACE3-BE00-555B-23D4-72C614D6389A}"/>
          </ac:picMkLst>
        </pc:picChg>
        <pc:picChg chg="add mod">
          <ac:chgData name="Guest User" userId="S::urn:spo:tenantanon#f09a4ef3-978d-434e-89da-a29b9f9f3c32::" providerId="AD" clId="Web-{666C462A-F60A-DE00-3CF8-1F1ED20AB02D}" dt="2026-10-12T03:27:59.836" v="38" actId="14100"/>
          <ac:picMkLst>
            <pc:docMk/>
            <pc:sldMk cId="0" sldId="272"/>
            <ac:picMk id="45" creationId="{1A0F711F-FAFD-F0A2-FDEA-724D338A09F4}"/>
          </ac:picMkLst>
        </pc:picChg>
        <pc:picChg chg="add mod">
          <ac:chgData name="Guest User" userId="S::urn:spo:tenantanon#f09a4ef3-978d-434e-89da-a29b9f9f3c32::" providerId="AD" clId="Web-{666C462A-F60A-DE00-3CF8-1F1ED20AB02D}" dt="2026-10-12T03:30:11.716" v="44" actId="1076"/>
          <ac:picMkLst>
            <pc:docMk/>
            <pc:sldMk cId="0" sldId="272"/>
            <ac:picMk id="46" creationId="{46037D5D-8F43-5138-0555-0F83B2E62F58}"/>
          </ac:picMkLst>
        </pc:picChg>
        <pc:picChg chg="add mod">
          <ac:chgData name="Guest User" userId="S::urn:spo:tenantanon#f09a4ef3-978d-434e-89da-a29b9f9f3c32::" providerId="AD" clId="Web-{666C462A-F60A-DE00-3CF8-1F1ED20AB02D}" dt="2026-10-12T03:30:15.997" v="45" actId="1076"/>
          <ac:picMkLst>
            <pc:docMk/>
            <pc:sldMk cId="0" sldId="272"/>
            <ac:picMk id="47" creationId="{5F6840A8-C961-A56B-70FE-8CC916674D15}"/>
          </ac:picMkLst>
        </pc:picChg>
      </pc:sldChg>
      <pc:sldChg chg="addSp delSp modSp">
        <pc:chgData name="Guest User" userId="S::urn:spo:tenantanon#f09a4ef3-978d-434e-89da-a29b9f9f3c32::" providerId="AD" clId="Web-{666C462A-F60A-DE00-3CF8-1F1ED20AB02D}" dt="2026-10-12T04:57:56.270" v="1008" actId="20577"/>
        <pc:sldMkLst>
          <pc:docMk/>
          <pc:sldMk cId="0" sldId="278"/>
        </pc:sldMkLst>
        <pc:spChg chg="mod">
          <ac:chgData name="Guest User" userId="S::urn:spo:tenantanon#f09a4ef3-978d-434e-89da-a29b9f9f3c32::" providerId="AD" clId="Web-{666C462A-F60A-DE00-3CF8-1F1ED20AB02D}" dt="2026-10-12T04:57:56.270" v="1008" actId="2057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Guest User" userId="S::urn:spo:tenantanon#f09a4ef3-978d-434e-89da-a29b9f9f3c32::" providerId="AD" clId="Web-{666C462A-F60A-DE00-3CF8-1F1ED20AB02D}" dt="2026-10-12T04:57:47.332" v="1007" actId="20577"/>
          <ac:spMkLst>
            <pc:docMk/>
            <pc:sldMk cId="0" sldId="278"/>
            <ac:spMk id="14" creationId="{00000000-0000-0000-0000-000000000000}"/>
          </ac:spMkLst>
        </pc:spChg>
        <pc:spChg chg="del mod">
          <ac:chgData name="Guest User" userId="S::urn:spo:tenantanon#f09a4ef3-978d-434e-89da-a29b9f9f3c32::" providerId="AD" clId="Web-{666C462A-F60A-DE00-3CF8-1F1ED20AB02D}" dt="2026-10-12T04:15:31.504" v="820"/>
          <ac:spMkLst>
            <pc:docMk/>
            <pc:sldMk cId="0" sldId="278"/>
            <ac:spMk id="22" creationId="{9C148F6C-D001-7122-D634-1EF124B2B0CE}"/>
          </ac:spMkLst>
        </pc:spChg>
        <pc:spChg chg="del">
          <ac:chgData name="Guest User" userId="S::urn:spo:tenantanon#f09a4ef3-978d-434e-89da-a29b9f9f3c32::" providerId="AD" clId="Web-{666C462A-F60A-DE00-3CF8-1F1ED20AB02D}" dt="2026-10-12T04:10:58.853" v="775"/>
          <ac:spMkLst>
            <pc:docMk/>
            <pc:sldMk cId="0" sldId="278"/>
            <ac:spMk id="23" creationId="{00000000-0000-0000-0000-000000000000}"/>
          </ac:spMkLst>
        </pc:spChg>
        <pc:picChg chg="mod">
          <ac:chgData name="Guest User" userId="S::urn:spo:tenantanon#f09a4ef3-978d-434e-89da-a29b9f9f3c32::" providerId="AD" clId="Web-{666C462A-F60A-DE00-3CF8-1F1ED20AB02D}" dt="2026-10-12T04:15:40.661" v="821" actId="14100"/>
          <ac:picMkLst>
            <pc:docMk/>
            <pc:sldMk cId="0" sldId="278"/>
            <ac:picMk id="13" creationId="{00000000-0000-0000-0000-000000000000}"/>
          </ac:picMkLst>
        </pc:picChg>
        <pc:picChg chg="add mod">
          <ac:chgData name="Guest User" userId="S::urn:spo:tenantanon#f09a4ef3-978d-434e-89da-a29b9f9f3c32::" providerId="AD" clId="Web-{666C462A-F60A-DE00-3CF8-1F1ED20AB02D}" dt="2026-10-12T04:11:29.230" v="781" actId="14100"/>
          <ac:picMkLst>
            <pc:docMk/>
            <pc:sldMk cId="0" sldId="278"/>
            <ac:picMk id="17" creationId="{BFD5E811-3A4A-4C33-6311-2DD3A59442A0}"/>
          </ac:picMkLst>
        </pc:picChg>
        <pc:picChg chg="del">
          <ac:chgData name="Guest User" userId="S::urn:spo:tenantanon#f09a4ef3-978d-434e-89da-a29b9f9f3c32::" providerId="AD" clId="Web-{666C462A-F60A-DE00-3CF8-1F1ED20AB02D}" dt="2026-10-12T04:15:24.551" v="817"/>
          <ac:picMkLst>
            <pc:docMk/>
            <pc:sldMk cId="0" sldId="278"/>
            <ac:picMk id="21" creationId="{729DBA87-8B0B-43C6-C02F-556D96949EF6}"/>
          </ac:picMkLst>
        </pc:picChg>
      </pc:sldChg>
      <pc:sldChg chg="modSp">
        <pc:chgData name="Guest User" userId="S::urn:spo:tenantanon#f09a4ef3-978d-434e-89da-a29b9f9f3c32::" providerId="AD" clId="Web-{666C462A-F60A-DE00-3CF8-1F1ED20AB02D}" dt="2026-10-12T04:56:37.890" v="983" actId="20577"/>
        <pc:sldMkLst>
          <pc:docMk/>
          <pc:sldMk cId="0" sldId="282"/>
        </pc:sldMkLst>
        <pc:spChg chg="mod">
          <ac:chgData name="Guest User" userId="S::urn:spo:tenantanon#f09a4ef3-978d-434e-89da-a29b9f9f3c32::" providerId="AD" clId="Web-{666C462A-F60A-DE00-3CF8-1F1ED20AB02D}" dt="2026-10-12T04:56:37.890" v="983" actId="20577"/>
          <ac:spMkLst>
            <pc:docMk/>
            <pc:sldMk cId="0" sldId="282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666C462A-F60A-DE00-3CF8-1F1ED20AB02D}" dt="2026-10-12T07:15:20.149" v="1057" actId="20577"/>
        <pc:sldMkLst>
          <pc:docMk/>
          <pc:sldMk cId="1229656876" sldId="283"/>
        </pc:sldMkLst>
        <pc:spChg chg="mod">
          <ac:chgData name="Guest User" userId="S::urn:spo:tenantanon#f09a4ef3-978d-434e-89da-a29b9f9f3c32::" providerId="AD" clId="Web-{666C462A-F60A-DE00-3CF8-1F1ED20AB02D}" dt="2026-10-12T04:58:01.739" v="1009" actId="20577"/>
          <ac:spMkLst>
            <pc:docMk/>
            <pc:sldMk cId="1229656876" sldId="283"/>
            <ac:spMk id="12" creationId="{1B25B68F-722F-D990-21C6-261A8D3F733F}"/>
          </ac:spMkLst>
        </pc:spChg>
        <pc:spChg chg="mod">
          <ac:chgData name="Guest User" userId="S::urn:spo:tenantanon#f09a4ef3-978d-434e-89da-a29b9f9f3c32::" providerId="AD" clId="Web-{666C462A-F60A-DE00-3CF8-1F1ED20AB02D}" dt="2026-10-12T07:15:20.149" v="1057" actId="20577"/>
          <ac:spMkLst>
            <pc:docMk/>
            <pc:sldMk cId="1229656876" sldId="283"/>
            <ac:spMk id="40" creationId="{B8256785-2FA5-5E13-3F6E-0A054750227E}"/>
          </ac:spMkLst>
        </pc:spChg>
        <pc:spChg chg="mod">
          <ac:chgData name="Guest User" userId="S::urn:spo:tenantanon#f09a4ef3-978d-434e-89da-a29b9f9f3c32::" providerId="AD" clId="Web-{666C462A-F60A-DE00-3CF8-1F1ED20AB02D}" dt="2026-10-12T03:32:22.158" v="59" actId="20577"/>
          <ac:spMkLst>
            <pc:docMk/>
            <pc:sldMk cId="1229656876" sldId="283"/>
            <ac:spMk id="49" creationId="{8D549E56-5C3E-94A4-A096-657A07B113F1}"/>
          </ac:spMkLst>
        </pc:spChg>
      </pc:sldChg>
      <pc:sldChg chg="addSp delSp modSp add replId">
        <pc:chgData name="Guest User" userId="S::urn:spo:tenantanon#f09a4ef3-978d-434e-89da-a29b9f9f3c32::" providerId="AD" clId="Web-{666C462A-F60A-DE00-3CF8-1F1ED20AB02D}" dt="2026-10-12T04:56:51" v="985" actId="20577"/>
        <pc:sldMkLst>
          <pc:docMk/>
          <pc:sldMk cId="3520736088" sldId="287"/>
        </pc:sldMkLst>
        <pc:spChg chg="mod">
          <ac:chgData name="Guest User" userId="S::urn:spo:tenantanon#f09a4ef3-978d-434e-89da-a29b9f9f3c32::" providerId="AD" clId="Web-{666C462A-F60A-DE00-3CF8-1F1ED20AB02D}" dt="2026-10-12T03:35:10.633" v="119" actId="20577"/>
          <ac:spMkLst>
            <pc:docMk/>
            <pc:sldMk cId="3520736088" sldId="287"/>
            <ac:spMk id="12" creationId="{39C10AB1-8583-F006-64B3-153AF9D86DBB}"/>
          </ac:spMkLst>
        </pc:spChg>
        <pc:spChg chg="mod">
          <ac:chgData name="Guest User" userId="S::urn:spo:tenantanon#f09a4ef3-978d-434e-89da-a29b9f9f3c32::" providerId="AD" clId="Web-{666C462A-F60A-DE00-3CF8-1F1ED20AB02D}" dt="2026-10-12T03:33:59.740" v="66" actId="20577"/>
          <ac:spMkLst>
            <pc:docMk/>
            <pc:sldMk cId="3520736088" sldId="287"/>
            <ac:spMk id="14" creationId="{1F102D50-B1B7-63C0-1ED0-09CB7B3CABE3}"/>
          </ac:spMkLst>
        </pc:spChg>
        <pc:spChg chg="mod">
          <ac:chgData name="Guest User" userId="S::urn:spo:tenantanon#f09a4ef3-978d-434e-89da-a29b9f9f3c32::" providerId="AD" clId="Web-{666C462A-F60A-DE00-3CF8-1F1ED20AB02D}" dt="2026-10-12T04:56:51" v="985" actId="20577"/>
          <ac:spMkLst>
            <pc:docMk/>
            <pc:sldMk cId="3520736088" sldId="287"/>
            <ac:spMk id="16" creationId="{C554F1BC-58AC-4A96-A133-2CC599D2E850}"/>
          </ac:spMkLst>
        </pc:spChg>
        <pc:spChg chg="mod">
          <ac:chgData name="Guest User" userId="S::urn:spo:tenantanon#f09a4ef3-978d-434e-89da-a29b9f9f3c32::" providerId="AD" clId="Web-{666C462A-F60A-DE00-3CF8-1F1ED20AB02D}" dt="2026-10-12T03:34:24.085" v="81" actId="20577"/>
          <ac:spMkLst>
            <pc:docMk/>
            <pc:sldMk cId="3520736088" sldId="287"/>
            <ac:spMk id="17" creationId="{1C0B6332-BF2B-82A9-CACC-F4225C4DFEF6}"/>
          </ac:spMkLst>
        </pc:spChg>
        <pc:spChg chg="mod">
          <ac:chgData name="Guest User" userId="S::urn:spo:tenantanon#f09a4ef3-978d-434e-89da-a29b9f9f3c32::" providerId="AD" clId="Web-{666C462A-F60A-DE00-3CF8-1F1ED20AB02D}" dt="2026-10-12T03:34:41.976" v="94" actId="20577"/>
          <ac:spMkLst>
            <pc:docMk/>
            <pc:sldMk cId="3520736088" sldId="287"/>
            <ac:spMk id="18" creationId="{40903ACF-60A1-A4B0-8D52-EF13B5086EFB}"/>
          </ac:spMkLst>
        </pc:spChg>
        <pc:spChg chg="mod">
          <ac:chgData name="Guest User" userId="S::urn:spo:tenantanon#f09a4ef3-978d-434e-89da-a29b9f9f3c32::" providerId="AD" clId="Web-{666C462A-F60A-DE00-3CF8-1F1ED20AB02D}" dt="2026-10-12T03:38:12.156" v="202" actId="1076"/>
          <ac:spMkLst>
            <pc:docMk/>
            <pc:sldMk cId="3520736088" sldId="287"/>
            <ac:spMk id="20" creationId="{7FDBCC8D-20DE-5D9E-CC3A-49D1A3F5F78B}"/>
          </ac:spMkLst>
        </pc:spChg>
        <pc:spChg chg="mod">
          <ac:chgData name="Guest User" userId="S::urn:spo:tenantanon#f09a4ef3-978d-434e-89da-a29b9f9f3c32::" providerId="AD" clId="Web-{666C462A-F60A-DE00-3CF8-1F1ED20AB02D}" dt="2026-10-12T03:37:46.795" v="195" actId="1076"/>
          <ac:spMkLst>
            <pc:docMk/>
            <pc:sldMk cId="3520736088" sldId="287"/>
            <ac:spMk id="21" creationId="{35FE114E-4EBC-DE5A-F4D8-EF95B6BC022D}"/>
          </ac:spMkLst>
        </pc:spChg>
        <pc:spChg chg="del mod">
          <ac:chgData name="Guest User" userId="S::urn:spo:tenantanon#f09a4ef3-978d-434e-89da-a29b9f9f3c32::" providerId="AD" clId="Web-{666C462A-F60A-DE00-3CF8-1F1ED20AB02D}" dt="2026-10-12T03:39:15.017" v="242"/>
          <ac:spMkLst>
            <pc:docMk/>
            <pc:sldMk cId="3520736088" sldId="287"/>
            <ac:spMk id="23" creationId="{67479AF1-E6CF-B65F-C8D7-5A465F1FF583}"/>
          </ac:spMkLst>
        </pc:spChg>
        <pc:spChg chg="mod">
          <ac:chgData name="Guest User" userId="S::urn:spo:tenantanon#f09a4ef3-978d-434e-89da-a29b9f9f3c32::" providerId="AD" clId="Web-{666C462A-F60A-DE00-3CF8-1F1ED20AB02D}" dt="2026-10-12T03:39:57.066" v="254" actId="1076"/>
          <ac:spMkLst>
            <pc:docMk/>
            <pc:sldMk cId="3520736088" sldId="287"/>
            <ac:spMk id="24" creationId="{843285AF-074F-B22E-C5FA-0EF62AC4D145}"/>
          </ac:spMkLst>
        </pc:spChg>
        <pc:spChg chg="add del">
          <ac:chgData name="Guest User" userId="S::urn:spo:tenantanon#f09a4ef3-978d-434e-89da-a29b9f9f3c32::" providerId="AD" clId="Web-{666C462A-F60A-DE00-3CF8-1F1ED20AB02D}" dt="2026-10-12T03:38:02.827" v="200"/>
          <ac:spMkLst>
            <pc:docMk/>
            <pc:sldMk cId="3520736088" sldId="287"/>
            <ac:spMk id="26" creationId="{0DBA3EBC-2740-0D2B-66CD-2630FCE6FC4E}"/>
          </ac:spMkLst>
        </pc:spChg>
        <pc:spChg chg="add mod">
          <ac:chgData name="Guest User" userId="S::urn:spo:tenantanon#f09a4ef3-978d-434e-89da-a29b9f9f3c32::" providerId="AD" clId="Web-{666C462A-F60A-DE00-3CF8-1F1ED20AB02D}" dt="2026-10-12T03:39:01.470" v="239" actId="20577"/>
          <ac:spMkLst>
            <pc:docMk/>
            <pc:sldMk cId="3520736088" sldId="287"/>
            <ac:spMk id="27" creationId="{99F7AF7F-9BF3-7533-04BE-8D5E71B8BD0F}"/>
          </ac:spMkLst>
        </pc:spChg>
        <pc:spChg chg="add del">
          <ac:chgData name="Guest User" userId="S::urn:spo:tenantanon#f09a4ef3-978d-434e-89da-a29b9f9f3c32::" providerId="AD" clId="Web-{666C462A-F60A-DE00-3CF8-1F1ED20AB02D}" dt="2026-10-12T03:42:32.087" v="290"/>
          <ac:spMkLst>
            <pc:docMk/>
            <pc:sldMk cId="3520736088" sldId="287"/>
            <ac:spMk id="28" creationId="{92FE7DAC-F2BA-88B2-361E-C4DDEB0195AE}"/>
          </ac:spMkLst>
        </pc:spChg>
        <pc:spChg chg="add mod">
          <ac:chgData name="Guest User" userId="S::urn:spo:tenantanon#f09a4ef3-978d-434e-89da-a29b9f9f3c32::" providerId="AD" clId="Web-{666C462A-F60A-DE00-3CF8-1F1ED20AB02D}" dt="2026-10-12T03:51:27.498" v="428" actId="1076"/>
          <ac:spMkLst>
            <pc:docMk/>
            <pc:sldMk cId="3520736088" sldId="287"/>
            <ac:spMk id="29" creationId="{67479AF1-E6CF-B65F-C8D7-5A465F1FF583}"/>
          </ac:spMkLst>
        </pc:spChg>
        <pc:spChg chg="add mod">
          <ac:chgData name="Guest User" userId="S::urn:spo:tenantanon#f09a4ef3-978d-434e-89da-a29b9f9f3c32::" providerId="AD" clId="Web-{666C462A-F60A-DE00-3CF8-1F1ED20AB02D}" dt="2026-10-12T03:39:45.503" v="253" actId="20577"/>
          <ac:spMkLst>
            <pc:docMk/>
            <pc:sldMk cId="3520736088" sldId="287"/>
            <ac:spMk id="30" creationId="{E0AEF392-88C0-25BE-E2A5-E30D8CCCC4CA}"/>
          </ac:spMkLst>
        </pc:spChg>
        <pc:picChg chg="del">
          <ac:chgData name="Guest User" userId="S::urn:spo:tenantanon#f09a4ef3-978d-434e-89da-a29b9f9f3c32::" providerId="AD" clId="Web-{666C462A-F60A-DE00-3CF8-1F1ED20AB02D}" dt="2026-10-12T03:35:16.024" v="120"/>
          <ac:picMkLst>
            <pc:docMk/>
            <pc:sldMk cId="3520736088" sldId="287"/>
            <ac:picMk id="7" creationId="{014EB9BA-FE61-E02D-8499-4979C9865A26}"/>
          </ac:picMkLst>
        </pc:picChg>
        <pc:picChg chg="mod">
          <ac:chgData name="Guest User" userId="S::urn:spo:tenantanon#f09a4ef3-978d-434e-89da-a29b9f9f3c32::" providerId="AD" clId="Web-{666C462A-F60A-DE00-3CF8-1F1ED20AB02D}" dt="2026-10-12T03:38:19.328" v="204" actId="1076"/>
          <ac:picMkLst>
            <pc:docMk/>
            <pc:sldMk cId="3520736088" sldId="287"/>
            <ac:picMk id="19" creationId="{E00C7CC6-CAC0-B8B0-9F91-7176193A92AD}"/>
          </ac:picMkLst>
        </pc:picChg>
        <pc:picChg chg="add mod">
          <ac:chgData name="Guest User" userId="S::urn:spo:tenantanon#f09a4ef3-978d-434e-89da-a29b9f9f3c32::" providerId="AD" clId="Web-{666C462A-F60A-DE00-3CF8-1F1ED20AB02D}" dt="2026-10-12T03:36:03.401" v="128" actId="14100"/>
          <ac:picMkLst>
            <pc:docMk/>
            <pc:sldMk cId="3520736088" sldId="287"/>
            <ac:picMk id="22" creationId="{27A92826-9BE2-5BFB-DF26-1A42A231FBFE}"/>
          </ac:picMkLst>
        </pc:picChg>
      </pc:sldChg>
      <pc:sldChg chg="addSp delSp modSp add del replId">
        <pc:chgData name="Guest User" userId="S::urn:spo:tenantanon#f09a4ef3-978d-434e-89da-a29b9f9f3c32::" providerId="AD" clId="Web-{666C462A-F60A-DE00-3CF8-1F1ED20AB02D}" dt="2026-10-12T03:43:36.386" v="296"/>
        <pc:sldMkLst>
          <pc:docMk/>
          <pc:sldMk cId="1456648443" sldId="288"/>
        </pc:sldMkLst>
        <pc:spChg chg="mod">
          <ac:chgData name="Guest User" userId="S::urn:spo:tenantanon#f09a4ef3-978d-434e-89da-a29b9f9f3c32::" providerId="AD" clId="Web-{666C462A-F60A-DE00-3CF8-1F1ED20AB02D}" dt="2026-10-12T03:41:08.225" v="279" actId="20577"/>
          <ac:spMkLst>
            <pc:docMk/>
            <pc:sldMk cId="1456648443" sldId="288"/>
            <ac:spMk id="12" creationId="{AD0B241C-C064-EE6B-F7A1-2A4246DCA9A2}"/>
          </ac:spMkLst>
        </pc:spChg>
        <pc:spChg chg="mod">
          <ac:chgData name="Guest User" userId="S::urn:spo:tenantanon#f09a4ef3-978d-434e-89da-a29b9f9f3c32::" providerId="AD" clId="Web-{666C462A-F60A-DE00-3CF8-1F1ED20AB02D}" dt="2026-10-12T03:40:57.740" v="269" actId="20577"/>
          <ac:spMkLst>
            <pc:docMk/>
            <pc:sldMk cId="1456648443" sldId="288"/>
            <ac:spMk id="14" creationId="{52962848-B31C-8D8A-1774-2EEB9F395E74}"/>
          </ac:spMkLst>
        </pc:spChg>
        <pc:spChg chg="mod">
          <ac:chgData name="Guest User" userId="S::urn:spo:tenantanon#f09a4ef3-978d-434e-89da-a29b9f9f3c32::" providerId="AD" clId="Web-{666C462A-F60A-DE00-3CF8-1F1ED20AB02D}" dt="2026-10-12T03:43:01.807" v="294" actId="20577"/>
          <ac:spMkLst>
            <pc:docMk/>
            <pc:sldMk cId="1456648443" sldId="288"/>
            <ac:spMk id="21" creationId="{3EEFFC79-D03A-1FBA-BCB4-DD1F392287EA}"/>
          </ac:spMkLst>
        </pc:spChg>
        <pc:spChg chg="del">
          <ac:chgData name="Guest User" userId="S::urn:spo:tenantanon#f09a4ef3-978d-434e-89da-a29b9f9f3c32::" providerId="AD" clId="Web-{666C462A-F60A-DE00-3CF8-1F1ED20AB02D}" dt="2026-10-12T03:42:26.978" v="289"/>
          <ac:spMkLst>
            <pc:docMk/>
            <pc:sldMk cId="1456648443" sldId="288"/>
            <ac:spMk id="28" creationId="{576E412B-77CD-FF7C-7636-97462EB75D6B}"/>
          </ac:spMkLst>
        </pc:spChg>
        <pc:spChg chg="mod">
          <ac:chgData name="Guest User" userId="S::urn:spo:tenantanon#f09a4ef3-978d-434e-89da-a29b9f9f3c32::" providerId="AD" clId="Web-{666C462A-F60A-DE00-3CF8-1F1ED20AB02D}" dt="2026-10-12T03:42:16.493" v="288" actId="1076"/>
          <ac:spMkLst>
            <pc:docMk/>
            <pc:sldMk cId="1456648443" sldId="288"/>
            <ac:spMk id="29" creationId="{DEAA3C3F-AB10-8E51-47CB-ECF25C986AFA}"/>
          </ac:spMkLst>
        </pc:spChg>
        <pc:picChg chg="add mod">
          <ac:chgData name="Guest User" userId="S::urn:spo:tenantanon#f09a4ef3-978d-434e-89da-a29b9f9f3c32::" providerId="AD" clId="Web-{666C462A-F60A-DE00-3CF8-1F1ED20AB02D}" dt="2026-10-12T03:41:50.414" v="287" actId="14100"/>
          <ac:picMkLst>
            <pc:docMk/>
            <pc:sldMk cId="1456648443" sldId="288"/>
            <ac:picMk id="7" creationId="{9204FC07-5CCD-F794-1D2E-E971148A8C5A}"/>
          </ac:picMkLst>
        </pc:picChg>
        <pc:picChg chg="del">
          <ac:chgData name="Guest User" userId="S::urn:spo:tenantanon#f09a4ef3-978d-434e-89da-a29b9f9f3c32::" providerId="AD" clId="Web-{666C462A-F60A-DE00-3CF8-1F1ED20AB02D}" dt="2026-10-12T03:41:13.725" v="280"/>
          <ac:picMkLst>
            <pc:docMk/>
            <pc:sldMk cId="1456648443" sldId="288"/>
            <ac:picMk id="22" creationId="{B82545BC-8C86-2472-0DEB-7B13F6D7D4B4}"/>
          </ac:picMkLst>
        </pc:picChg>
      </pc:sldChg>
      <pc:sldChg chg="addSp delSp modSp add replId">
        <pc:chgData name="Guest User" userId="S::urn:spo:tenantanon#f09a4ef3-978d-434e-89da-a29b9f9f3c32::" providerId="AD" clId="Web-{666C462A-F60A-DE00-3CF8-1F1ED20AB02D}" dt="2026-10-12T04:56:59.376" v="987" actId="20577"/>
        <pc:sldMkLst>
          <pc:docMk/>
          <pc:sldMk cId="3656743028" sldId="288"/>
        </pc:sldMkLst>
        <pc:spChg chg="mod">
          <ac:chgData name="Guest User" userId="S::urn:spo:tenantanon#f09a4ef3-978d-434e-89da-a29b9f9f3c32::" providerId="AD" clId="Web-{666C462A-F60A-DE00-3CF8-1F1ED20AB02D}" dt="2026-10-12T03:50:57.981" v="427" actId="14100"/>
          <ac:spMkLst>
            <pc:docMk/>
            <pc:sldMk cId="3656743028" sldId="288"/>
            <ac:spMk id="8" creationId="{5845364C-45D6-0DD5-D9CB-A1B4165BF086}"/>
          </ac:spMkLst>
        </pc:spChg>
        <pc:spChg chg="mod">
          <ac:chgData name="Guest User" userId="S::urn:spo:tenantanon#f09a4ef3-978d-434e-89da-a29b9f9f3c32::" providerId="AD" clId="Web-{666C462A-F60A-DE00-3CF8-1F1ED20AB02D}" dt="2026-10-12T03:44:41.483" v="317" actId="20577"/>
          <ac:spMkLst>
            <pc:docMk/>
            <pc:sldMk cId="3656743028" sldId="288"/>
            <ac:spMk id="10" creationId="{113EEA27-C1A4-5B8D-6D95-C596DE82597C}"/>
          </ac:spMkLst>
        </pc:spChg>
        <pc:spChg chg="mod">
          <ac:chgData name="Guest User" userId="S::urn:spo:tenantanon#f09a4ef3-978d-434e-89da-a29b9f9f3c32::" providerId="AD" clId="Web-{666C462A-F60A-DE00-3CF8-1F1ED20AB02D}" dt="2026-10-12T04:56:59.376" v="987" actId="20577"/>
          <ac:spMkLst>
            <pc:docMk/>
            <pc:sldMk cId="3656743028" sldId="288"/>
            <ac:spMk id="12" creationId="{57F0F91B-3CF3-D50F-9C9F-8B58AD2FA6EF}"/>
          </ac:spMkLst>
        </pc:spChg>
        <pc:spChg chg="mod">
          <ac:chgData name="Guest User" userId="S::urn:spo:tenantanon#f09a4ef3-978d-434e-89da-a29b9f9f3c32::" providerId="AD" clId="Web-{666C462A-F60A-DE00-3CF8-1F1ED20AB02D}" dt="2026-10-12T03:45:04.624" v="338" actId="20577"/>
          <ac:spMkLst>
            <pc:docMk/>
            <pc:sldMk cId="3656743028" sldId="288"/>
            <ac:spMk id="15" creationId="{C7732A4B-BBCA-B077-7F0D-D2C2CFB31551}"/>
          </ac:spMkLst>
        </pc:spChg>
        <pc:spChg chg="mod">
          <ac:chgData name="Guest User" userId="S::urn:spo:tenantanon#f09a4ef3-978d-434e-89da-a29b9f9f3c32::" providerId="AD" clId="Web-{666C462A-F60A-DE00-3CF8-1F1ED20AB02D}" dt="2026-10-12T04:19:02.496" v="860" actId="20577"/>
          <ac:spMkLst>
            <pc:docMk/>
            <pc:sldMk cId="3656743028" sldId="288"/>
            <ac:spMk id="17" creationId="{0CCB488C-8827-3919-3555-6FFB1103FF2D}"/>
          </ac:spMkLst>
        </pc:spChg>
        <pc:spChg chg="mod">
          <ac:chgData name="Guest User" userId="S::urn:spo:tenantanon#f09a4ef3-978d-434e-89da-a29b9f9f3c32::" providerId="AD" clId="Web-{666C462A-F60A-DE00-3CF8-1F1ED20AB02D}" dt="2026-10-12T03:45:15.906" v="347" actId="20577"/>
          <ac:spMkLst>
            <pc:docMk/>
            <pc:sldMk cId="3656743028" sldId="288"/>
            <ac:spMk id="21" creationId="{864146A5-51AD-7420-1F34-FDB2C9C53576}"/>
          </ac:spMkLst>
        </pc:spChg>
        <pc:spChg chg="mod">
          <ac:chgData name="Guest User" userId="S::urn:spo:tenantanon#f09a4ef3-978d-434e-89da-a29b9f9f3c32::" providerId="AD" clId="Web-{666C462A-F60A-DE00-3CF8-1F1ED20AB02D}" dt="2026-10-12T04:19:13.903" v="867" actId="20577"/>
          <ac:spMkLst>
            <pc:docMk/>
            <pc:sldMk cId="3656743028" sldId="288"/>
            <ac:spMk id="23" creationId="{3251F740-6608-EB26-9640-8823BEFF51ED}"/>
          </ac:spMkLst>
        </pc:spChg>
        <pc:spChg chg="mod">
          <ac:chgData name="Guest User" userId="S::urn:spo:tenantanon#f09a4ef3-978d-434e-89da-a29b9f9f3c32::" providerId="AD" clId="Web-{666C462A-F60A-DE00-3CF8-1F1ED20AB02D}" dt="2026-10-12T03:45:34.922" v="355" actId="20577"/>
          <ac:spMkLst>
            <pc:docMk/>
            <pc:sldMk cId="3656743028" sldId="288"/>
            <ac:spMk id="27" creationId="{0B6B4AA4-8954-62E0-E2C9-699FEA6D8BDB}"/>
          </ac:spMkLst>
        </pc:spChg>
        <pc:spChg chg="mod">
          <ac:chgData name="Guest User" userId="S::urn:spo:tenantanon#f09a4ef3-978d-434e-89da-a29b9f9f3c32::" providerId="AD" clId="Web-{666C462A-F60A-DE00-3CF8-1F1ED20AB02D}" dt="2026-10-12T04:19:24.357" v="874" actId="20577"/>
          <ac:spMkLst>
            <pc:docMk/>
            <pc:sldMk cId="3656743028" sldId="288"/>
            <ac:spMk id="29" creationId="{682753E1-E4CC-CA97-37DC-FFE027A87D7D}"/>
          </ac:spMkLst>
        </pc:spChg>
        <pc:spChg chg="mod">
          <ac:chgData name="Guest User" userId="S::urn:spo:tenantanon#f09a4ef3-978d-434e-89da-a29b9f9f3c32::" providerId="AD" clId="Web-{666C462A-F60A-DE00-3CF8-1F1ED20AB02D}" dt="2026-10-12T03:45:48.016" v="363" actId="20577"/>
          <ac:spMkLst>
            <pc:docMk/>
            <pc:sldMk cId="3656743028" sldId="288"/>
            <ac:spMk id="33" creationId="{77854B26-4CDD-D8C8-99F1-A0940EF6A439}"/>
          </ac:spMkLst>
        </pc:spChg>
        <pc:spChg chg="mod">
          <ac:chgData name="Guest User" userId="S::urn:spo:tenantanon#f09a4ef3-978d-434e-89da-a29b9f9f3c32::" providerId="AD" clId="Web-{666C462A-F60A-DE00-3CF8-1F1ED20AB02D}" dt="2026-10-12T04:19:38.654" v="887" actId="20577"/>
          <ac:spMkLst>
            <pc:docMk/>
            <pc:sldMk cId="3656743028" sldId="288"/>
            <ac:spMk id="35" creationId="{E9C22004-A6EA-05EB-5781-56AEA3B517C8}"/>
          </ac:spMkLst>
        </pc:spChg>
        <pc:picChg chg="add mod">
          <ac:chgData name="Guest User" userId="S::urn:spo:tenantanon#f09a4ef3-978d-434e-89da-a29b9f9f3c32::" providerId="AD" clId="Web-{666C462A-F60A-DE00-3CF8-1F1ED20AB02D}" dt="2026-10-12T03:48:10.818" v="387" actId="14100"/>
          <ac:picMkLst>
            <pc:docMk/>
            <pc:sldMk cId="3656743028" sldId="288"/>
            <ac:picMk id="2" creationId="{51475CDA-D64C-AD2D-5721-E1CCD203BB46}"/>
          </ac:picMkLst>
        </pc:picChg>
        <pc:picChg chg="del">
          <ac:chgData name="Guest User" userId="S::urn:spo:tenantanon#f09a4ef3-978d-434e-89da-a29b9f9f3c32::" providerId="AD" clId="Web-{666C462A-F60A-DE00-3CF8-1F1ED20AB02D}" dt="2026-10-12T03:45:49.485" v="364"/>
          <ac:picMkLst>
            <pc:docMk/>
            <pc:sldMk cId="3656743028" sldId="288"/>
            <ac:picMk id="44" creationId="{E6E93371-7299-C11B-A13F-9844D37BEBBC}"/>
          </ac:picMkLst>
        </pc:picChg>
        <pc:picChg chg="del">
          <ac:chgData name="Guest User" userId="S::urn:spo:tenantanon#f09a4ef3-978d-434e-89da-a29b9f9f3c32::" providerId="AD" clId="Web-{666C462A-F60A-DE00-3CF8-1F1ED20AB02D}" dt="2026-10-12T03:45:50.891" v="365"/>
          <ac:picMkLst>
            <pc:docMk/>
            <pc:sldMk cId="3656743028" sldId="288"/>
            <ac:picMk id="45" creationId="{08010230-9D26-1795-B3BB-2CBC2C2D17D3}"/>
          </ac:picMkLst>
        </pc:picChg>
        <pc:picChg chg="del">
          <ac:chgData name="Guest User" userId="S::urn:spo:tenantanon#f09a4ef3-978d-434e-89da-a29b9f9f3c32::" providerId="AD" clId="Web-{666C462A-F60A-DE00-3CF8-1F1ED20AB02D}" dt="2026-10-12T03:45:51.157" v="366"/>
          <ac:picMkLst>
            <pc:docMk/>
            <pc:sldMk cId="3656743028" sldId="288"/>
            <ac:picMk id="46" creationId="{2F15EFEF-091C-36A9-8890-EC4C781A4E4E}"/>
          </ac:picMkLst>
        </pc:picChg>
        <pc:picChg chg="del">
          <ac:chgData name="Guest User" userId="S::urn:spo:tenantanon#f09a4ef3-978d-434e-89da-a29b9f9f3c32::" providerId="AD" clId="Web-{666C462A-F60A-DE00-3CF8-1F1ED20AB02D}" dt="2026-10-12T03:45:52.610" v="367"/>
          <ac:picMkLst>
            <pc:docMk/>
            <pc:sldMk cId="3656743028" sldId="288"/>
            <ac:picMk id="47" creationId="{C3944336-050E-F8B8-57CF-1A0234D6154E}"/>
          </ac:picMkLst>
        </pc:picChg>
        <pc:picChg chg="add mod">
          <ac:chgData name="Guest User" userId="S::urn:spo:tenantanon#f09a4ef3-978d-434e-89da-a29b9f9f3c32::" providerId="AD" clId="Web-{666C462A-F60A-DE00-3CF8-1F1ED20AB02D}" dt="2026-10-12T04:18:46.996" v="852" actId="14100"/>
          <ac:picMkLst>
            <pc:docMk/>
            <pc:sldMk cId="3656743028" sldId="288"/>
            <ac:picMk id="48" creationId="{19E33CA7-3B25-AA8C-FA90-C815BA944468}"/>
          </ac:picMkLst>
        </pc:picChg>
        <pc:picChg chg="add mod">
          <ac:chgData name="Guest User" userId="S::urn:spo:tenantanon#f09a4ef3-978d-434e-89da-a29b9f9f3c32::" providerId="AD" clId="Web-{666C462A-F60A-DE00-3CF8-1F1ED20AB02D}" dt="2026-10-12T04:18:42.746" v="851" actId="14100"/>
          <ac:picMkLst>
            <pc:docMk/>
            <pc:sldMk cId="3656743028" sldId="288"/>
            <ac:picMk id="49" creationId="{E27A0659-7BCE-AB1D-88F8-90D44A62255B}"/>
          </ac:picMkLst>
        </pc:picChg>
        <pc:picChg chg="add mod">
          <ac:chgData name="Guest User" userId="S::urn:spo:tenantanon#f09a4ef3-978d-434e-89da-a29b9f9f3c32::" providerId="AD" clId="Web-{666C462A-F60A-DE00-3CF8-1F1ED20AB02D}" dt="2026-10-12T04:18:38.245" v="850" actId="14100"/>
          <ac:picMkLst>
            <pc:docMk/>
            <pc:sldMk cId="3656743028" sldId="288"/>
            <ac:picMk id="50" creationId="{755DA045-7F5A-B736-8753-FBB5B5F2EBF1}"/>
          </ac:picMkLst>
        </pc:picChg>
      </pc:sldChg>
      <pc:sldChg chg="add del replId">
        <pc:chgData name="Guest User" userId="S::urn:spo:tenantanon#f09a4ef3-978d-434e-89da-a29b9f9f3c32::" providerId="AD" clId="Web-{666C462A-F60A-DE00-3CF8-1F1ED20AB02D}" dt="2026-10-12T03:43:54.028" v="297"/>
        <pc:sldMkLst>
          <pc:docMk/>
          <pc:sldMk cId="557925922" sldId="289"/>
        </pc:sldMkLst>
      </pc:sldChg>
      <pc:sldChg chg="addSp delSp modSp add replId">
        <pc:chgData name="Guest User" userId="S::urn:spo:tenantanon#f09a4ef3-978d-434e-89da-a29b9f9f3c32::" providerId="AD" clId="Web-{666C462A-F60A-DE00-3CF8-1F1ED20AB02D}" dt="2026-10-12T04:57:03.048" v="988" actId="20577"/>
        <pc:sldMkLst>
          <pc:docMk/>
          <pc:sldMk cId="2583853916" sldId="290"/>
        </pc:sldMkLst>
        <pc:spChg chg="mod">
          <ac:chgData name="Guest User" userId="S::urn:spo:tenantanon#f09a4ef3-978d-434e-89da-a29b9f9f3c32::" providerId="AD" clId="Web-{666C462A-F60A-DE00-3CF8-1F1ED20AB02D}" dt="2026-10-12T04:01:36.161" v="665" actId="20577"/>
          <ac:spMkLst>
            <pc:docMk/>
            <pc:sldMk cId="2583853916" sldId="290"/>
            <ac:spMk id="8" creationId="{22FF3D93-9DBC-8170-922E-94DF260A16FF}"/>
          </ac:spMkLst>
        </pc:spChg>
        <pc:spChg chg="mod">
          <ac:chgData name="Guest User" userId="S::urn:spo:tenantanon#f09a4ef3-978d-434e-89da-a29b9f9f3c32::" providerId="AD" clId="Web-{666C462A-F60A-DE00-3CF8-1F1ED20AB02D}" dt="2026-10-12T03:51:51.795" v="437" actId="20577"/>
          <ac:spMkLst>
            <pc:docMk/>
            <pc:sldMk cId="2583853916" sldId="290"/>
            <ac:spMk id="10" creationId="{ED3B4A60-3DC0-24CD-EA54-4C75A17972AF}"/>
          </ac:spMkLst>
        </pc:spChg>
        <pc:spChg chg="mod">
          <ac:chgData name="Guest User" userId="S::urn:spo:tenantanon#f09a4ef3-978d-434e-89da-a29b9f9f3c32::" providerId="AD" clId="Web-{666C462A-F60A-DE00-3CF8-1F1ED20AB02D}" dt="2026-10-12T04:57:03.048" v="988" actId="20577"/>
          <ac:spMkLst>
            <pc:docMk/>
            <pc:sldMk cId="2583853916" sldId="290"/>
            <ac:spMk id="12" creationId="{F764AB41-77D8-A5FC-4768-C4427DF4D32E}"/>
          </ac:spMkLst>
        </pc:spChg>
        <pc:spChg chg="mod">
          <ac:chgData name="Guest User" userId="S::urn:spo:tenantanon#f09a4ef3-978d-434e-89da-a29b9f9f3c32::" providerId="AD" clId="Web-{666C462A-F60A-DE00-3CF8-1F1ED20AB02D}" dt="2026-10-12T03:54:59.505" v="504" actId="20577"/>
          <ac:spMkLst>
            <pc:docMk/>
            <pc:sldMk cId="2583853916" sldId="290"/>
            <ac:spMk id="15" creationId="{10106522-46B0-EF70-4822-2E44D03511B1}"/>
          </ac:spMkLst>
        </pc:spChg>
        <pc:spChg chg="mod">
          <ac:chgData name="Guest User" userId="S::urn:spo:tenantanon#f09a4ef3-978d-434e-89da-a29b9f9f3c32::" providerId="AD" clId="Web-{666C462A-F60A-DE00-3CF8-1F1ED20AB02D}" dt="2026-10-12T04:00:06.704" v="582" actId="20577"/>
          <ac:spMkLst>
            <pc:docMk/>
            <pc:sldMk cId="2583853916" sldId="290"/>
            <ac:spMk id="17" creationId="{143C3DAE-8B26-BFFC-51B1-9BB4DB20B194}"/>
          </ac:spMkLst>
        </pc:spChg>
        <pc:spChg chg="mod">
          <ac:chgData name="Guest User" userId="S::urn:spo:tenantanon#f09a4ef3-978d-434e-89da-a29b9f9f3c32::" providerId="AD" clId="Web-{666C462A-F60A-DE00-3CF8-1F1ED20AB02D}" dt="2026-10-12T03:55:59.054" v="516" actId="20577"/>
          <ac:spMkLst>
            <pc:docMk/>
            <pc:sldMk cId="2583853916" sldId="290"/>
            <ac:spMk id="21" creationId="{65602524-5DB7-05EE-3CA8-4B3A98CD5F63}"/>
          </ac:spMkLst>
        </pc:spChg>
        <pc:spChg chg="mod">
          <ac:chgData name="Guest User" userId="S::urn:spo:tenantanon#f09a4ef3-978d-434e-89da-a29b9f9f3c32::" providerId="AD" clId="Web-{666C462A-F60A-DE00-3CF8-1F1ED20AB02D}" dt="2026-10-12T04:00:20.533" v="597" actId="20577"/>
          <ac:spMkLst>
            <pc:docMk/>
            <pc:sldMk cId="2583853916" sldId="290"/>
            <ac:spMk id="23" creationId="{70CDEDB7-B4D6-1882-E8A1-41FEB3A38F1F}"/>
          </ac:spMkLst>
        </pc:spChg>
        <pc:spChg chg="mod">
          <ac:chgData name="Guest User" userId="S::urn:spo:tenantanon#f09a4ef3-978d-434e-89da-a29b9f9f3c32::" providerId="AD" clId="Web-{666C462A-F60A-DE00-3CF8-1F1ED20AB02D}" dt="2026-10-12T03:56:44.384" v="529" actId="20577"/>
          <ac:spMkLst>
            <pc:docMk/>
            <pc:sldMk cId="2583853916" sldId="290"/>
            <ac:spMk id="27" creationId="{9F6F8831-1C75-FF13-5C40-537C30385BB3}"/>
          </ac:spMkLst>
        </pc:spChg>
        <pc:spChg chg="mod">
          <ac:chgData name="Guest User" userId="S::urn:spo:tenantanon#f09a4ef3-978d-434e-89da-a29b9f9f3c32::" providerId="AD" clId="Web-{666C462A-F60A-DE00-3CF8-1F1ED20AB02D}" dt="2026-10-12T04:00:35.174" v="613" actId="20577"/>
          <ac:spMkLst>
            <pc:docMk/>
            <pc:sldMk cId="2583853916" sldId="290"/>
            <ac:spMk id="29" creationId="{129D083E-9A6C-E935-25A2-A56DC3BC2EE7}"/>
          </ac:spMkLst>
        </pc:spChg>
        <pc:spChg chg="mod">
          <ac:chgData name="Guest User" userId="S::urn:spo:tenantanon#f09a4ef3-978d-434e-89da-a29b9f9f3c32::" providerId="AD" clId="Web-{666C462A-F60A-DE00-3CF8-1F1ED20AB02D}" dt="2026-10-12T04:01:26.473" v="653" actId="20577"/>
          <ac:spMkLst>
            <pc:docMk/>
            <pc:sldMk cId="2583853916" sldId="290"/>
            <ac:spMk id="33" creationId="{6DF0E25B-8CAA-F84F-E4BB-F6960E5AF518}"/>
          </ac:spMkLst>
        </pc:spChg>
        <pc:spChg chg="mod">
          <ac:chgData name="Guest User" userId="S::urn:spo:tenantanon#f09a4ef3-978d-434e-89da-a29b9f9f3c32::" providerId="AD" clId="Web-{666C462A-F60A-DE00-3CF8-1F1ED20AB02D}" dt="2026-10-12T04:00:56.222" v="633" actId="20577"/>
          <ac:spMkLst>
            <pc:docMk/>
            <pc:sldMk cId="2583853916" sldId="290"/>
            <ac:spMk id="35" creationId="{4EEA2E92-AAE8-C315-4601-9F0ABBF861CA}"/>
          </ac:spMkLst>
        </pc:spChg>
        <pc:picChg chg="mod">
          <ac:chgData name="Guest User" userId="S::urn:spo:tenantanon#f09a4ef3-978d-434e-89da-a29b9f9f3c32::" providerId="AD" clId="Web-{666C462A-F60A-DE00-3CF8-1F1ED20AB02D}" dt="2026-10-12T03:54:39.489" v="489" actId="14100"/>
          <ac:picMkLst>
            <pc:docMk/>
            <pc:sldMk cId="2583853916" sldId="290"/>
            <ac:picMk id="2" creationId="{2A4C5879-9DEA-6ABF-53ED-1F69B95AC449}"/>
          </ac:picMkLst>
        </pc:picChg>
        <pc:picChg chg="add mod">
          <ac:chgData name="Guest User" userId="S::urn:spo:tenantanon#f09a4ef3-978d-434e-89da-a29b9f9f3c32::" providerId="AD" clId="Web-{666C462A-F60A-DE00-3CF8-1F1ED20AB02D}" dt="2026-10-12T03:57:58.606" v="547" actId="14100"/>
          <ac:picMkLst>
            <pc:docMk/>
            <pc:sldMk cId="2583853916" sldId="290"/>
            <ac:picMk id="44" creationId="{5AA58327-B60C-98CF-2D97-0E469EC4D83B}"/>
          </ac:picMkLst>
        </pc:picChg>
        <pc:picChg chg="add mod">
          <ac:chgData name="Guest User" userId="S::urn:spo:tenantanon#f09a4ef3-978d-434e-89da-a29b9f9f3c32::" providerId="AD" clId="Web-{666C462A-F60A-DE00-3CF8-1F1ED20AB02D}" dt="2026-10-12T03:59:27.562" v="552" actId="14100"/>
          <ac:picMkLst>
            <pc:docMk/>
            <pc:sldMk cId="2583853916" sldId="290"/>
            <ac:picMk id="45" creationId="{7607035B-331C-8891-4357-6DB68132C482}"/>
          </ac:picMkLst>
        </pc:picChg>
        <pc:picChg chg="mod">
          <ac:chgData name="Guest User" userId="S::urn:spo:tenantanon#f09a4ef3-978d-434e-89da-a29b9f9f3c32::" providerId="AD" clId="Web-{666C462A-F60A-DE00-3CF8-1F1ED20AB02D}" dt="2026-10-12T03:55:47.851" v="509" actId="1076"/>
          <ac:picMkLst>
            <pc:docMk/>
            <pc:sldMk cId="2583853916" sldId="290"/>
            <ac:picMk id="48" creationId="{E653CB05-A7A5-C7C2-0DBB-BF2D18AA3658}"/>
          </ac:picMkLst>
        </pc:picChg>
        <pc:picChg chg="del">
          <ac:chgData name="Guest User" userId="S::urn:spo:tenantanon#f09a4ef3-978d-434e-89da-a29b9f9f3c32::" providerId="AD" clId="Web-{666C462A-F60A-DE00-3CF8-1F1ED20AB02D}" dt="2026-10-12T03:56:29.524" v="517"/>
          <ac:picMkLst>
            <pc:docMk/>
            <pc:sldMk cId="2583853916" sldId="290"/>
            <ac:picMk id="49" creationId="{03C60F2C-6609-7B54-BA8E-4AC79683A00E}"/>
          </ac:picMkLst>
        </pc:picChg>
        <pc:picChg chg="del">
          <ac:chgData name="Guest User" userId="S::urn:spo:tenantanon#f09a4ef3-978d-434e-89da-a29b9f9f3c32::" providerId="AD" clId="Web-{666C462A-F60A-DE00-3CF8-1F1ED20AB02D}" dt="2026-10-12T03:56:58.213" v="530"/>
          <ac:picMkLst>
            <pc:docMk/>
            <pc:sldMk cId="2583853916" sldId="290"/>
            <ac:picMk id="50" creationId="{4CFEA032-0CB6-1CA1-1E2B-A4A4788F1AB1}"/>
          </ac:picMkLst>
        </pc:picChg>
      </pc:sldChg>
      <pc:sldChg chg="modSp">
        <pc:chgData name="Guest User" userId="S::urn:spo:tenantanon#f09a4ef3-978d-434e-89da-a29b9f9f3c32::" providerId="AD" clId="Web-{666C462A-F60A-DE00-3CF8-1F1ED20AB02D}" dt="2026-10-12T04:56:08.342" v="977" actId="20577"/>
        <pc:sldMkLst>
          <pc:docMk/>
          <pc:sldMk cId="849564943" sldId="291"/>
        </pc:sldMkLst>
        <pc:spChg chg="mod">
          <ac:chgData name="Guest User" userId="S::urn:spo:tenantanon#f09a4ef3-978d-434e-89da-a29b9f9f3c32::" providerId="AD" clId="Web-{666C462A-F60A-DE00-3CF8-1F1ED20AB02D}" dt="2026-10-12T04:56:08.342" v="977" actId="20577"/>
          <ac:spMkLst>
            <pc:docMk/>
            <pc:sldMk cId="849564943" sldId="291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666C462A-F60A-DE00-3CF8-1F1ED20AB02D}" dt="2026-10-12T04:56:32.858" v="979" actId="20577"/>
        <pc:sldMkLst>
          <pc:docMk/>
          <pc:sldMk cId="3406672632" sldId="292"/>
        </pc:sldMkLst>
        <pc:spChg chg="mod">
          <ac:chgData name="Guest User" userId="S::urn:spo:tenantanon#f09a4ef3-978d-434e-89da-a29b9f9f3c32::" providerId="AD" clId="Web-{666C462A-F60A-DE00-3CF8-1F1ED20AB02D}" dt="2026-10-12T04:56:32.858" v="979" actId="20577"/>
          <ac:spMkLst>
            <pc:docMk/>
            <pc:sldMk cId="3406672632" sldId="292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666C462A-F60A-DE00-3CF8-1F1ED20AB02D}" dt="2026-10-12T04:56:44.953" v="984" actId="20577"/>
        <pc:sldMkLst>
          <pc:docMk/>
          <pc:sldMk cId="2797995254" sldId="293"/>
        </pc:sldMkLst>
        <pc:spChg chg="mod">
          <ac:chgData name="Guest User" userId="S::urn:spo:tenantanon#f09a4ef3-978d-434e-89da-a29b9f9f3c32::" providerId="AD" clId="Web-{666C462A-F60A-DE00-3CF8-1F1ED20AB02D}" dt="2026-10-12T04:56:44.953" v="984" actId="20577"/>
          <ac:spMkLst>
            <pc:docMk/>
            <pc:sldMk cId="2797995254" sldId="293"/>
            <ac:spMk id="12" creationId="{00000000-0000-0000-0000-000000000000}"/>
          </ac:spMkLst>
        </pc:spChg>
      </pc:sldChg>
    </pc:docChg>
  </pc:docChgLst>
  <pc:docChgLst>
    <pc:chgData name="Guest User" userId="S::urn:spo:tenantanon#f09a4ef3-978d-434e-89da-a29b9f9f3c32::" providerId="AD" clId="Web-{00000000-0000-0000-0000-000000000000}"/>
    <pc:docChg chg="modSld">
      <pc:chgData name="Guest User" userId="S::urn:spo:tenantanon#f09a4ef3-978d-434e-89da-a29b9f9f3c32::" providerId="AD" clId="Web-{00000000-0000-0000-0000-000000000000}" dt="2026-10-12T03:57:37.363" v="165" actId="14100"/>
      <pc:docMkLst>
        <pc:docMk/>
      </pc:docMkLst>
      <pc:sldChg chg="modSp">
        <pc:chgData name="Guest User" userId="S::urn:spo:tenantanon#f09a4ef3-978d-434e-89da-a29b9f9f3c32::" providerId="AD" clId="Web-{00000000-0000-0000-0000-000000000000}" dt="2026-10-12T03:57:37.363" v="165" actId="14100"/>
        <pc:sldMkLst>
          <pc:docMk/>
          <pc:sldMk cId="1229656876" sldId="283"/>
        </pc:sldMkLst>
        <pc:spChg chg="mod">
          <ac:chgData name="Guest User" userId="S::urn:spo:tenantanon#f09a4ef3-978d-434e-89da-a29b9f9f3c32::" providerId="AD" clId="Web-{00000000-0000-0000-0000-000000000000}" dt="2026-10-12T03:57:37.363" v="165" actId="14100"/>
          <ac:spMkLst>
            <pc:docMk/>
            <pc:sldMk cId="1229656876" sldId="283"/>
            <ac:spMk id="44" creationId="{96C71743-0BFB-1BB1-F366-2F9E0BF9FD30}"/>
          </ac:spMkLst>
        </pc:spChg>
        <pc:picChg chg="mod">
          <ac:chgData name="Guest User" userId="S::urn:spo:tenantanon#f09a4ef3-978d-434e-89da-a29b9f9f3c32::" providerId="AD" clId="Web-{00000000-0000-0000-0000-000000000000}" dt="2026-10-12T03:56:49.144" v="161" actId="1076"/>
          <ac:picMkLst>
            <pc:docMk/>
            <pc:sldMk cId="1229656876" sldId="283"/>
            <ac:picMk id="43" creationId="{686A7033-DBA3-E54A-D867-1D07E25F1749}"/>
          </ac:picMkLst>
        </pc:picChg>
      </pc:sldChg>
    </pc:docChg>
  </pc:docChgLst>
  <pc:docChgLst>
    <pc:chgData name="박효주" userId="S::hyoju42@kyonggi.ac.kr::5754f08e-4fae-4140-9037-fe70c38de0e4" providerId="AD" clId="Web-{B33E6B6E-FC85-8C27-F9B8-5F44576EF35E}"/>
    <pc:docChg chg="addSld delSld modSld sldOrd">
      <pc:chgData name="박효주" userId="S::hyoju42@kyonggi.ac.kr::5754f08e-4fae-4140-9037-fe70c38de0e4" providerId="AD" clId="Web-{B33E6B6E-FC85-8C27-F9B8-5F44576EF35E}" dt="2026-10-12T04:01:54.704" v="371" actId="20577"/>
      <pc:docMkLst>
        <pc:docMk/>
      </pc:docMkLst>
      <pc:sldChg chg="addSp delSp modSp">
        <pc:chgData name="박효주" userId="S::hyoju42@kyonggi.ac.kr::5754f08e-4fae-4140-9037-fe70c38de0e4" providerId="AD" clId="Web-{B33E6B6E-FC85-8C27-F9B8-5F44576EF35E}" dt="2026-10-12T03:16:11.655" v="41" actId="20577"/>
        <pc:sldMkLst>
          <pc:docMk/>
          <pc:sldMk cId="0" sldId="257"/>
        </pc:sldMkLst>
        <pc:spChg chg="mod">
          <ac:chgData name="박효주" userId="S::hyoju42@kyonggi.ac.kr::5754f08e-4fae-4140-9037-fe70c38de0e4" providerId="AD" clId="Web-{B33E6B6E-FC85-8C27-F9B8-5F44576EF35E}" dt="2026-10-12T03:16:11.655" v="4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5:28.030" v="28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5:00.389" v="13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5:23.592" v="23" actId="20577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박효주" userId="S::hyoju42@kyonggi.ac.kr::5754f08e-4fae-4140-9037-fe70c38de0e4" providerId="AD" clId="Web-{B33E6B6E-FC85-8C27-F9B8-5F44576EF35E}" dt="2026-10-12T03:15:19.921" v="20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5:38.499" v="30" actId="20577"/>
          <ac:spMkLst>
            <pc:docMk/>
            <pc:sldMk cId="0" sldId="257"/>
            <ac:spMk id="25" creationId="{00000000-0000-0000-0000-000000000000}"/>
          </ac:spMkLst>
        </pc:spChg>
      </pc:sldChg>
      <pc:sldChg chg="modSp">
        <pc:chgData name="박효주" userId="S::hyoju42@kyonggi.ac.kr::5754f08e-4fae-4140-9037-fe70c38de0e4" providerId="AD" clId="Web-{B33E6B6E-FC85-8C27-F9B8-5F44576EF35E}" dt="2026-10-12T03:16:54.405" v="51" actId="20577"/>
        <pc:sldMkLst>
          <pc:docMk/>
          <pc:sldMk cId="0" sldId="258"/>
        </pc:sldMkLst>
        <pc:spChg chg="mod">
          <ac:chgData name="박효주" userId="S::hyoju42@kyonggi.ac.kr::5754f08e-4fae-4140-9037-fe70c38de0e4" providerId="AD" clId="Web-{B33E6B6E-FC85-8C27-F9B8-5F44576EF35E}" dt="2026-10-12T03:16:54.405" v="51" actId="20577"/>
          <ac:spMkLst>
            <pc:docMk/>
            <pc:sldMk cId="0" sldId="258"/>
            <ac:spMk id="2" creationId="{00000000-0000-0000-0000-000000000000}"/>
          </ac:spMkLst>
        </pc:spChg>
      </pc:sldChg>
      <pc:sldChg chg="addSp modSp del">
        <pc:chgData name="박효주" userId="S::hyoju42@kyonggi.ac.kr::5754f08e-4fae-4140-9037-fe70c38de0e4" providerId="AD" clId="Web-{B33E6B6E-FC85-8C27-F9B8-5F44576EF35E}" dt="2026-10-12T03:55:40.172" v="360"/>
        <pc:sldMkLst>
          <pc:docMk/>
          <pc:sldMk cId="0" sldId="263"/>
        </pc:sldMkLst>
        <pc:spChg chg="mod">
          <ac:chgData name="박효주" userId="S::hyoju42@kyonggi.ac.kr::5754f08e-4fae-4140-9037-fe70c38de0e4" providerId="AD" clId="Web-{B33E6B6E-FC85-8C27-F9B8-5F44576EF35E}" dt="2026-10-12T03:27:39.609" v="217" actId="20577"/>
          <ac:spMkLst>
            <pc:docMk/>
            <pc:sldMk cId="0" sldId="263"/>
            <ac:spMk id="8" creationId="{00000000-0000-0000-0000-000000000000}"/>
          </ac:spMkLst>
        </pc:spChg>
        <pc:picChg chg="add mod">
          <ac:chgData name="박효주" userId="S::hyoju42@kyonggi.ac.kr::5754f08e-4fae-4140-9037-fe70c38de0e4" providerId="AD" clId="Web-{B33E6B6E-FC85-8C27-F9B8-5F44576EF35E}" dt="2026-10-12T03:24:01.343" v="189" actId="1076"/>
          <ac:picMkLst>
            <pc:docMk/>
            <pc:sldMk cId="0" sldId="263"/>
            <ac:picMk id="13" creationId="{EAD4E753-8A9C-71E5-B389-0D0617BAC181}"/>
          </ac:picMkLst>
        </pc:picChg>
      </pc:sldChg>
      <pc:sldChg chg="addSp delSp modSp">
        <pc:chgData name="박효주" userId="S::hyoju42@kyonggi.ac.kr::5754f08e-4fae-4140-9037-fe70c38de0e4" providerId="AD" clId="Web-{B33E6B6E-FC85-8C27-F9B8-5F44576EF35E}" dt="2026-10-12T03:22:22.280" v="182"/>
        <pc:sldMkLst>
          <pc:docMk/>
          <pc:sldMk cId="0" sldId="264"/>
        </pc:sldMkLst>
        <pc:cxnChg chg="add del mod">
          <ac:chgData name="박효주" userId="S::hyoju42@kyonggi.ac.kr::5754f08e-4fae-4140-9037-fe70c38de0e4" providerId="AD" clId="Web-{B33E6B6E-FC85-8C27-F9B8-5F44576EF35E}" dt="2026-10-12T03:21:20.593" v="174"/>
          <ac:cxnSpMkLst>
            <pc:docMk/>
            <pc:sldMk cId="0" sldId="264"/>
            <ac:cxnSpMk id="30" creationId="{78377740-79D0-4397-B52C-11D27756CEB9}"/>
          </ac:cxnSpMkLst>
        </pc:cxnChg>
        <pc:cxnChg chg="add del mod">
          <ac:chgData name="박효주" userId="S::hyoju42@kyonggi.ac.kr::5754f08e-4fae-4140-9037-fe70c38de0e4" providerId="AD" clId="Web-{B33E6B6E-FC85-8C27-F9B8-5F44576EF35E}" dt="2026-10-12T03:22:22.280" v="182"/>
          <ac:cxnSpMkLst>
            <pc:docMk/>
            <pc:sldMk cId="0" sldId="264"/>
            <ac:cxnSpMk id="31" creationId="{A8F7A459-998F-1104-E7E1-63402D2F54DA}"/>
          </ac:cxnSpMkLst>
        </pc:cxnChg>
        <pc:cxnChg chg="add del">
          <ac:chgData name="박효주" userId="S::hyoju42@kyonggi.ac.kr::5754f08e-4fae-4140-9037-fe70c38de0e4" providerId="AD" clId="Web-{B33E6B6E-FC85-8C27-F9B8-5F44576EF35E}" dt="2026-10-12T03:22:16.296" v="179"/>
          <ac:cxnSpMkLst>
            <pc:docMk/>
            <pc:sldMk cId="0" sldId="264"/>
            <ac:cxnSpMk id="32" creationId="{3C2AB800-DD61-B85F-599B-8EE52DBE3881}"/>
          </ac:cxnSpMkLst>
        </pc:cxnChg>
      </pc:sldChg>
      <pc:sldChg chg="modSp">
        <pc:chgData name="박효주" userId="S::hyoju42@kyonggi.ac.kr::5754f08e-4fae-4140-9037-fe70c38de0e4" providerId="AD" clId="Web-{B33E6B6E-FC85-8C27-F9B8-5F44576EF35E}" dt="2026-10-12T03:20:40.062" v="165" actId="20577"/>
        <pc:sldMkLst>
          <pc:docMk/>
          <pc:sldMk cId="0" sldId="265"/>
        </pc:sldMkLst>
        <pc:spChg chg="mod">
          <ac:chgData name="박효주" userId="S::hyoju42@kyonggi.ac.kr::5754f08e-4fae-4140-9037-fe70c38de0e4" providerId="AD" clId="Web-{B33E6B6E-FC85-8C27-F9B8-5F44576EF35E}" dt="2026-10-12T03:20:40.062" v="165" actId="20577"/>
          <ac:spMkLst>
            <pc:docMk/>
            <pc:sldMk cId="0" sldId="265"/>
            <ac:spMk id="14" creationId="{00000000-0000-0000-0000-000000000000}"/>
          </ac:spMkLst>
        </pc:spChg>
      </pc:sldChg>
      <pc:sldChg chg="modSp">
        <pc:chgData name="박효주" userId="S::hyoju42@kyonggi.ac.kr::5754f08e-4fae-4140-9037-fe70c38de0e4" providerId="AD" clId="Web-{B33E6B6E-FC85-8C27-F9B8-5F44576EF35E}" dt="2026-10-12T03:18:20.906" v="69" actId="20577"/>
        <pc:sldMkLst>
          <pc:docMk/>
          <pc:sldMk cId="0" sldId="266"/>
        </pc:sldMkLst>
        <pc:spChg chg="mod">
          <ac:chgData name="박효주" userId="S::hyoju42@kyonggi.ac.kr::5754f08e-4fae-4140-9037-fe70c38de0e4" providerId="AD" clId="Web-{B33E6B6E-FC85-8C27-F9B8-5F44576EF35E}" dt="2026-10-12T03:18:11.655" v="64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8:14.499" v="66" actId="2057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B33E6B6E-FC85-8C27-F9B8-5F44576EF35E}" dt="2026-10-12T03:18:20.906" v="69" actId="20577"/>
          <ac:spMkLst>
            <pc:docMk/>
            <pc:sldMk cId="0" sldId="266"/>
            <ac:spMk id="24" creationId="{00000000-0000-0000-0000-000000000000}"/>
          </ac:spMkLst>
        </pc:spChg>
      </pc:sldChg>
      <pc:sldChg chg="modSp">
        <pc:chgData name="박효주" userId="S::hyoju42@kyonggi.ac.kr::5754f08e-4fae-4140-9037-fe70c38de0e4" providerId="AD" clId="Web-{B33E6B6E-FC85-8C27-F9B8-5F44576EF35E}" dt="2026-10-12T03:22:29.124" v="185" actId="20577"/>
        <pc:sldMkLst>
          <pc:docMk/>
          <pc:sldMk cId="0" sldId="279"/>
        </pc:sldMkLst>
        <pc:spChg chg="mod">
          <ac:chgData name="박효주" userId="S::hyoju42@kyonggi.ac.kr::5754f08e-4fae-4140-9037-fe70c38de0e4" providerId="AD" clId="Web-{B33E6B6E-FC85-8C27-F9B8-5F44576EF35E}" dt="2026-10-12T03:22:29.124" v="185" actId="20577"/>
          <ac:spMkLst>
            <pc:docMk/>
            <pc:sldMk cId="0" sldId="279"/>
            <ac:spMk id="8" creationId="{00000000-0000-0000-0000-000000000000}"/>
          </ac:spMkLst>
        </pc:spChg>
      </pc:sldChg>
      <pc:sldChg chg="addSp delSp modSp add del ord replId">
        <pc:chgData name="박효주" userId="S::hyoju42@kyonggi.ac.kr::5754f08e-4fae-4140-9037-fe70c38de0e4" providerId="AD" clId="Web-{B33E6B6E-FC85-8C27-F9B8-5F44576EF35E}" dt="2026-10-12T04:00:29.032" v="361"/>
        <pc:sldMkLst>
          <pc:docMk/>
          <pc:sldMk cId="3376244848" sldId="284"/>
        </pc:sldMkLst>
        <pc:spChg chg="mod">
          <ac:chgData name="박효주" userId="S::hyoju42@kyonggi.ac.kr::5754f08e-4fae-4140-9037-fe70c38de0e4" providerId="AD" clId="Web-{B33E6B6E-FC85-8C27-F9B8-5F44576EF35E}" dt="2026-10-12T03:28:12.624" v="223" actId="20577"/>
          <ac:spMkLst>
            <pc:docMk/>
            <pc:sldMk cId="3376244848" sldId="284"/>
            <ac:spMk id="8" creationId="{5BE44147-0C20-AB78-409B-E8FE9324D289}"/>
          </ac:spMkLst>
        </pc:spChg>
        <pc:picChg chg="del">
          <ac:chgData name="박효주" userId="S::hyoju42@kyonggi.ac.kr::5754f08e-4fae-4140-9037-fe70c38de0e4" providerId="AD" clId="Web-{B33E6B6E-FC85-8C27-F9B8-5F44576EF35E}" dt="2026-10-12T03:26:56.499" v="210"/>
          <ac:picMkLst>
            <pc:docMk/>
            <pc:sldMk cId="3376244848" sldId="284"/>
            <ac:picMk id="13" creationId="{1BA4D84C-F0E2-E76A-180D-0328019962C7}"/>
          </ac:picMkLst>
        </pc:picChg>
        <pc:picChg chg="add mod">
          <ac:chgData name="박효주" userId="S::hyoju42@kyonggi.ac.kr::5754f08e-4fae-4140-9037-fe70c38de0e4" providerId="AD" clId="Web-{B33E6B6E-FC85-8C27-F9B8-5F44576EF35E}" dt="2026-10-12T03:27:21.374" v="213" actId="1076"/>
          <ac:picMkLst>
            <pc:docMk/>
            <pc:sldMk cId="3376244848" sldId="284"/>
            <ac:picMk id="43" creationId="{909F2CCB-6B6C-2FC2-690F-7DAD749774B0}"/>
          </ac:picMkLst>
        </pc:picChg>
        <pc:picChg chg="add mod">
          <ac:chgData name="박효주" userId="S::hyoju42@kyonggi.ac.kr::5754f08e-4fae-4140-9037-fe70c38de0e4" providerId="AD" clId="Web-{B33E6B6E-FC85-8C27-F9B8-5F44576EF35E}" dt="2026-10-12T03:28:04.515" v="220" actId="1076"/>
          <ac:picMkLst>
            <pc:docMk/>
            <pc:sldMk cId="3376244848" sldId="284"/>
            <ac:picMk id="44" creationId="{7C1B385B-BA23-8025-DD87-2DB50FBDBF05}"/>
          </ac:picMkLst>
        </pc:picChg>
      </pc:sldChg>
      <pc:sldChg chg="addSp delSp modSp add del ord replId">
        <pc:chgData name="박효주" userId="S::hyoju42@kyonggi.ac.kr::5754f08e-4fae-4140-9037-fe70c38de0e4" providerId="AD" clId="Web-{B33E6B6E-FC85-8C27-F9B8-5F44576EF35E}" dt="2026-10-12T03:49:49.625" v="359"/>
        <pc:sldMkLst>
          <pc:docMk/>
          <pc:sldMk cId="3676256020" sldId="285"/>
        </pc:sldMkLst>
        <pc:spChg chg="add del">
          <ac:chgData name="박효주" userId="S::hyoju42@kyonggi.ac.kr::5754f08e-4fae-4140-9037-fe70c38de0e4" providerId="AD" clId="Web-{B33E6B6E-FC85-8C27-F9B8-5F44576EF35E}" dt="2026-10-12T03:33:43.156" v="336"/>
          <ac:spMkLst>
            <pc:docMk/>
            <pc:sldMk cId="3676256020" sldId="285"/>
            <ac:spMk id="8" creationId="{D40F5571-45E6-B22B-17D8-5D5EDE515C34}"/>
          </ac:spMkLst>
        </pc:spChg>
        <pc:spChg chg="mod">
          <ac:chgData name="박효주" userId="S::hyoju42@kyonggi.ac.kr::5754f08e-4fae-4140-9037-fe70c38de0e4" providerId="AD" clId="Web-{B33E6B6E-FC85-8C27-F9B8-5F44576EF35E}" dt="2026-10-12T03:33:41.187" v="335" actId="1076"/>
          <ac:spMkLst>
            <pc:docMk/>
            <pc:sldMk cId="3676256020" sldId="285"/>
            <ac:spMk id="14" creationId="{E6439C89-BB8A-ECE0-27E2-587D1DE83E1C}"/>
          </ac:spMkLst>
        </pc:spChg>
        <pc:spChg chg="del">
          <ac:chgData name="박효주" userId="S::hyoju42@kyonggi.ac.kr::5754f08e-4fae-4140-9037-fe70c38de0e4" providerId="AD" clId="Web-{B33E6B6E-FC85-8C27-F9B8-5F44576EF35E}" dt="2026-10-12T03:40:28.031" v="354"/>
          <ac:spMkLst>
            <pc:docMk/>
            <pc:sldMk cId="3676256020" sldId="285"/>
            <ac:spMk id="17" creationId="{C6651580-D649-40CB-F723-336584895D5A}"/>
          </ac:spMkLst>
        </pc:spChg>
        <pc:spChg chg="del mod topLvl">
          <ac:chgData name="박효주" userId="S::hyoju42@kyonggi.ac.kr::5754f08e-4fae-4140-9037-fe70c38de0e4" providerId="AD" clId="Web-{B33E6B6E-FC85-8C27-F9B8-5F44576EF35E}" dt="2026-10-12T03:39:54.937" v="347"/>
          <ac:spMkLst>
            <pc:docMk/>
            <pc:sldMk cId="3676256020" sldId="285"/>
            <ac:spMk id="19" creationId="{6A003368-7EF6-69AC-47D0-E6431CFB5039}"/>
          </ac:spMkLst>
        </pc:spChg>
        <pc:spChg chg="del mod topLvl">
          <ac:chgData name="박효주" userId="S::hyoju42@kyonggi.ac.kr::5754f08e-4fae-4140-9037-fe70c38de0e4" providerId="AD" clId="Web-{B33E6B6E-FC85-8C27-F9B8-5F44576EF35E}" dt="2026-10-12T03:39:52.531" v="343"/>
          <ac:spMkLst>
            <pc:docMk/>
            <pc:sldMk cId="3676256020" sldId="285"/>
            <ac:spMk id="23" creationId="{DDE1231F-A45E-2F0F-A7EB-F52FDAACBBD2}"/>
          </ac:spMkLst>
        </pc:spChg>
        <pc:spChg chg="del mod topLvl">
          <ac:chgData name="박효주" userId="S::hyoju42@kyonggi.ac.kr::5754f08e-4fae-4140-9037-fe70c38de0e4" providerId="AD" clId="Web-{B33E6B6E-FC85-8C27-F9B8-5F44576EF35E}" dt="2026-10-12T03:39:56.078" v="349"/>
          <ac:spMkLst>
            <pc:docMk/>
            <pc:sldMk cId="3676256020" sldId="285"/>
            <ac:spMk id="24" creationId="{BA11B277-7662-C68B-0068-0BCFB0BB179F}"/>
          </ac:spMkLst>
        </pc:spChg>
        <pc:spChg chg="mod">
          <ac:chgData name="박효주" userId="S::hyoju42@kyonggi.ac.kr::5754f08e-4fae-4140-9037-fe70c38de0e4" providerId="AD" clId="Web-{B33E6B6E-FC85-8C27-F9B8-5F44576EF35E}" dt="2026-10-12T03:33:52.640" v="341" actId="20577"/>
          <ac:spMkLst>
            <pc:docMk/>
            <pc:sldMk cId="3676256020" sldId="285"/>
            <ac:spMk id="42" creationId="{47F26BF9-2F7B-6CAB-E0E2-8CDC0D52E87D}"/>
          </ac:spMkLst>
        </pc:spChg>
        <pc:grpChg chg="add del mod">
          <ac:chgData name="박효주" userId="S::hyoju42@kyonggi.ac.kr::5754f08e-4fae-4140-9037-fe70c38de0e4" providerId="AD" clId="Web-{B33E6B6E-FC85-8C27-F9B8-5F44576EF35E}" dt="2026-10-12T03:32:47.921" v="314"/>
          <ac:grpSpMkLst>
            <pc:docMk/>
            <pc:sldMk cId="3676256020" sldId="285"/>
            <ac:grpSpMk id="46" creationId="{4FD4A7B1-47EF-16E5-A015-3ECEB080B424}"/>
          </ac:grpSpMkLst>
        </pc:grpChg>
        <pc:picChg chg="mod">
          <ac:chgData name="박효주" userId="S::hyoju42@kyonggi.ac.kr::5754f08e-4fae-4140-9037-fe70c38de0e4" providerId="AD" clId="Web-{B33E6B6E-FC85-8C27-F9B8-5F44576EF35E}" dt="2026-10-12T03:40:20.468" v="352" actId="14100"/>
          <ac:picMkLst>
            <pc:docMk/>
            <pc:sldMk cId="3676256020" sldId="285"/>
            <ac:picMk id="2" creationId="{EBB04C24-3807-7006-5063-155DC5C07047}"/>
          </ac:picMkLst>
        </pc:picChg>
        <pc:picChg chg="del">
          <ac:chgData name="박효주" userId="S::hyoju42@kyonggi.ac.kr::5754f08e-4fae-4140-9037-fe70c38de0e4" providerId="AD" clId="Web-{B33E6B6E-FC85-8C27-F9B8-5F44576EF35E}" dt="2026-10-12T03:24:32.358" v="192"/>
          <ac:picMkLst>
            <pc:docMk/>
            <pc:sldMk cId="3676256020" sldId="285"/>
            <ac:picMk id="13" creationId="{34855ED2-D004-34DC-A93A-C0F127B77B6F}"/>
          </ac:picMkLst>
        </pc:picChg>
        <pc:picChg chg="mod">
          <ac:chgData name="박효주" userId="S::hyoju42@kyonggi.ac.kr::5754f08e-4fae-4140-9037-fe70c38de0e4" providerId="AD" clId="Web-{B33E6B6E-FC85-8C27-F9B8-5F44576EF35E}" dt="2026-10-12T03:40:37.328" v="358" actId="1076"/>
          <ac:picMkLst>
            <pc:docMk/>
            <pc:sldMk cId="3676256020" sldId="285"/>
            <ac:picMk id="13" creationId="{5E4675C8-CE3F-812C-98EC-C5AAF8D9AC06}"/>
          </ac:picMkLst>
        </pc:picChg>
        <pc:picChg chg="del mod topLvl">
          <ac:chgData name="박효주" userId="S::hyoju42@kyonggi.ac.kr::5754f08e-4fae-4140-9037-fe70c38de0e4" providerId="AD" clId="Web-{B33E6B6E-FC85-8C27-F9B8-5F44576EF35E}" dt="2026-10-12T03:39:52.328" v="342"/>
          <ac:picMkLst>
            <pc:docMk/>
            <pc:sldMk cId="3676256020" sldId="285"/>
            <ac:picMk id="15" creationId="{3CB9E9F3-4EF3-6804-5958-1DC95A09A5B5}"/>
          </ac:picMkLst>
        </pc:picChg>
        <pc:picChg chg="del">
          <ac:chgData name="박효주" userId="S::hyoju42@kyonggi.ac.kr::5754f08e-4fae-4140-9037-fe70c38de0e4" providerId="AD" clId="Web-{B33E6B6E-FC85-8C27-F9B8-5F44576EF35E}" dt="2026-10-12T03:39:55.515" v="348"/>
          <ac:picMkLst>
            <pc:docMk/>
            <pc:sldMk cId="3676256020" sldId="285"/>
            <ac:picMk id="16" creationId="{A0B04FA9-9FF5-A45A-C3A0-3897B806C292}"/>
          </ac:picMkLst>
        </pc:picChg>
        <pc:picChg chg="del">
          <ac:chgData name="박효주" userId="S::hyoju42@kyonggi.ac.kr::5754f08e-4fae-4140-9037-fe70c38de0e4" providerId="AD" clId="Web-{B33E6B6E-FC85-8C27-F9B8-5F44576EF35E}" dt="2026-10-12T03:39:52.968" v="344"/>
          <ac:picMkLst>
            <pc:docMk/>
            <pc:sldMk cId="3676256020" sldId="285"/>
            <ac:picMk id="18" creationId="{413445F2-0D88-78E0-4A49-D5153CBACE5E}"/>
          </ac:picMkLst>
        </pc:picChg>
        <pc:picChg chg="del mod topLvl">
          <ac:chgData name="박효주" userId="S::hyoju42@kyonggi.ac.kr::5754f08e-4fae-4140-9037-fe70c38de0e4" providerId="AD" clId="Web-{B33E6B6E-FC85-8C27-F9B8-5F44576EF35E}" dt="2026-10-12T03:40:34.546" v="356"/>
          <ac:picMkLst>
            <pc:docMk/>
            <pc:sldMk cId="3676256020" sldId="285"/>
            <ac:picMk id="20" creationId="{8A59ACCD-B435-2ECC-C668-D0574654EFEB}"/>
          </ac:picMkLst>
        </pc:picChg>
        <pc:picChg chg="del">
          <ac:chgData name="박효주" userId="S::hyoju42@kyonggi.ac.kr::5754f08e-4fae-4140-9037-fe70c38de0e4" providerId="AD" clId="Web-{B33E6B6E-FC85-8C27-F9B8-5F44576EF35E}" dt="2026-10-12T03:39:53.484" v="345"/>
          <ac:picMkLst>
            <pc:docMk/>
            <pc:sldMk cId="3676256020" sldId="285"/>
            <ac:picMk id="21" creationId="{499DC93B-61ED-8983-F6DE-FF269CC3E7C0}"/>
          </ac:picMkLst>
        </pc:picChg>
        <pc:picChg chg="del">
          <ac:chgData name="박효주" userId="S::hyoju42@kyonggi.ac.kr::5754f08e-4fae-4140-9037-fe70c38de0e4" providerId="AD" clId="Web-{B33E6B6E-FC85-8C27-F9B8-5F44576EF35E}" dt="2026-10-12T03:39:54.265" v="346"/>
          <ac:picMkLst>
            <pc:docMk/>
            <pc:sldMk cId="3676256020" sldId="285"/>
            <ac:picMk id="22" creationId="{76629A42-6FB3-BCC4-3699-001299215B44}"/>
          </ac:picMkLst>
        </pc:picChg>
        <pc:picChg chg="del">
          <ac:chgData name="박효주" userId="S::hyoju42@kyonggi.ac.kr::5754f08e-4fae-4140-9037-fe70c38de0e4" providerId="AD" clId="Web-{B33E6B6E-FC85-8C27-F9B8-5F44576EF35E}" dt="2026-10-12T03:40:35.718" v="357"/>
          <ac:picMkLst>
            <pc:docMk/>
            <pc:sldMk cId="3676256020" sldId="285"/>
            <ac:picMk id="39" creationId="{202447AD-0A1C-6BC7-5C4A-221D34D650C2}"/>
          </ac:picMkLst>
        </pc:picChg>
        <pc:picChg chg="add mod">
          <ac:chgData name="박효주" userId="S::hyoju42@kyonggi.ac.kr::5754f08e-4fae-4140-9037-fe70c38de0e4" providerId="AD" clId="Web-{B33E6B6E-FC85-8C27-F9B8-5F44576EF35E}" dt="2026-10-12T03:25:45.609" v="201" actId="1076"/>
          <ac:picMkLst>
            <pc:docMk/>
            <pc:sldMk cId="3676256020" sldId="285"/>
            <ac:picMk id="43" creationId="{B2BE8706-48FF-1BE4-7F52-3E6F3D1395E5}"/>
          </ac:picMkLst>
        </pc:picChg>
        <pc:picChg chg="add mod modCrop">
          <ac:chgData name="박효주" userId="S::hyoju42@kyonggi.ac.kr::5754f08e-4fae-4140-9037-fe70c38de0e4" providerId="AD" clId="Web-{B33E6B6E-FC85-8C27-F9B8-5F44576EF35E}" dt="2026-10-12T03:33:48.031" v="337" actId="1076"/>
          <ac:picMkLst>
            <pc:docMk/>
            <pc:sldMk cId="3676256020" sldId="285"/>
            <ac:picMk id="44" creationId="{45E2DAAA-F233-CD76-A27F-CE8457FD08D8}"/>
          </ac:picMkLst>
        </pc:picChg>
        <pc:picChg chg="add mod modCrop">
          <ac:chgData name="박효주" userId="S::hyoju42@kyonggi.ac.kr::5754f08e-4fae-4140-9037-fe70c38de0e4" providerId="AD" clId="Web-{B33E6B6E-FC85-8C27-F9B8-5F44576EF35E}" dt="2026-10-12T03:26:47.796" v="209"/>
          <ac:picMkLst>
            <pc:docMk/>
            <pc:sldMk cId="3676256020" sldId="285"/>
            <ac:picMk id="45" creationId="{40ED3CA3-18E3-692A-33E4-2FCBE00678AF}"/>
          </ac:picMkLst>
        </pc:picChg>
      </pc:sldChg>
      <pc:sldChg chg="addSp delSp modSp add replId">
        <pc:chgData name="박효주" userId="S::hyoju42@kyonggi.ac.kr::5754f08e-4fae-4140-9037-fe70c38de0e4" providerId="AD" clId="Web-{B33E6B6E-FC85-8C27-F9B8-5F44576EF35E}" dt="2026-10-12T03:29:00.062" v="240" actId="1076"/>
        <pc:sldMkLst>
          <pc:docMk/>
          <pc:sldMk cId="4004317739" sldId="286"/>
        </pc:sldMkLst>
        <pc:spChg chg="mod">
          <ac:chgData name="박효주" userId="S::hyoju42@kyonggi.ac.kr::5754f08e-4fae-4140-9037-fe70c38de0e4" providerId="AD" clId="Web-{B33E6B6E-FC85-8C27-F9B8-5F44576EF35E}" dt="2026-10-12T03:28:44.999" v="235" actId="20577"/>
          <ac:spMkLst>
            <pc:docMk/>
            <pc:sldMk cId="4004317739" sldId="286"/>
            <ac:spMk id="8" creationId="{C5A9D97E-82BC-9FBE-E96E-E5FC573629EA}"/>
          </ac:spMkLst>
        </pc:spChg>
        <pc:picChg chg="add mod">
          <ac:chgData name="박효주" userId="S::hyoju42@kyonggi.ac.kr::5754f08e-4fae-4140-9037-fe70c38de0e4" providerId="AD" clId="Web-{B33E6B6E-FC85-8C27-F9B8-5F44576EF35E}" dt="2026-10-12T03:29:00.062" v="240" actId="1076"/>
          <ac:picMkLst>
            <pc:docMk/>
            <pc:sldMk cId="4004317739" sldId="286"/>
            <ac:picMk id="13" creationId="{54ECD2B8-473C-165C-DC55-F5204B1BAAB1}"/>
          </ac:picMkLst>
        </pc:picChg>
        <pc:picChg chg="del">
          <ac:chgData name="박효주" userId="S::hyoju42@kyonggi.ac.kr::5754f08e-4fae-4140-9037-fe70c38de0e4" providerId="AD" clId="Web-{B33E6B6E-FC85-8C27-F9B8-5F44576EF35E}" dt="2026-10-12T03:28:23.234" v="226"/>
          <ac:picMkLst>
            <pc:docMk/>
            <pc:sldMk cId="4004317739" sldId="286"/>
            <ac:picMk id="43" creationId="{D1FE9185-B0AD-F4FD-BA4F-A1DB90CFC9B6}"/>
          </ac:picMkLst>
        </pc:picChg>
        <pc:picChg chg="del">
          <ac:chgData name="박효주" userId="S::hyoju42@kyonggi.ac.kr::5754f08e-4fae-4140-9037-fe70c38de0e4" providerId="AD" clId="Web-{B33E6B6E-FC85-8C27-F9B8-5F44576EF35E}" dt="2026-10-12T03:28:22.390" v="225"/>
          <ac:picMkLst>
            <pc:docMk/>
            <pc:sldMk cId="4004317739" sldId="286"/>
            <ac:picMk id="44" creationId="{8AACCE96-81D4-6DF1-7DCC-1B0858BC51CE}"/>
          </ac:picMkLst>
        </pc:picChg>
      </pc:sldChg>
      <pc:sldChg chg="modSp">
        <pc:chgData name="박효주" userId="S::hyoju42@kyonggi.ac.kr::5754f08e-4fae-4140-9037-fe70c38de0e4" providerId="AD" clId="Web-{B33E6B6E-FC85-8C27-F9B8-5F44576EF35E}" dt="2026-10-12T04:01:54.704" v="371" actId="20577"/>
        <pc:sldMkLst>
          <pc:docMk/>
          <pc:sldMk cId="849564943" sldId="291"/>
        </pc:sldMkLst>
        <pc:spChg chg="mod">
          <ac:chgData name="박효주" userId="S::hyoju42@kyonggi.ac.kr::5754f08e-4fae-4140-9037-fe70c38de0e4" providerId="AD" clId="Web-{B33E6B6E-FC85-8C27-F9B8-5F44576EF35E}" dt="2026-10-12T04:01:54.704" v="371" actId="20577"/>
          <ac:spMkLst>
            <pc:docMk/>
            <pc:sldMk cId="849564943" sldId="291"/>
            <ac:spMk id="14" creationId="{00000000-0000-0000-0000-000000000000}"/>
          </ac:spMkLst>
        </pc:spChg>
      </pc:sldChg>
    </pc:docChg>
  </pc:docChgLst>
  <pc:docChgLst>
    <pc:chgData name="박효주" userId="S::hyoju42@kyonggi.ac.kr::5754f08e-4fae-4140-9037-fe70c38de0e4" providerId="AD" clId="Web-{CFEB5EF5-E23A-C6DD-DB6C-D1F4D3BB8313}"/>
    <pc:docChg chg="modSld">
      <pc:chgData name="박효주" userId="S::hyoju42@kyonggi.ac.kr::5754f08e-4fae-4140-9037-fe70c38de0e4" providerId="AD" clId="Web-{CFEB5EF5-E23A-C6DD-DB6C-D1F4D3BB8313}" dt="2026-10-12T07:41:06.645" v="169" actId="1076"/>
      <pc:docMkLst>
        <pc:docMk/>
      </pc:docMkLst>
      <pc:sldChg chg="modSp">
        <pc:chgData name="박효주" userId="S::hyoju42@kyonggi.ac.kr::5754f08e-4fae-4140-9037-fe70c38de0e4" providerId="AD" clId="Web-{CFEB5EF5-E23A-C6DD-DB6C-D1F4D3BB8313}" dt="2026-10-12T07:41:06.645" v="169" actId="1076"/>
        <pc:sldMkLst>
          <pc:docMk/>
          <pc:sldMk cId="0" sldId="275"/>
        </pc:sldMkLst>
        <pc:spChg chg="mod">
          <ac:chgData name="박효주" userId="S::hyoju42@kyonggi.ac.kr::5754f08e-4fae-4140-9037-fe70c38de0e4" providerId="AD" clId="Web-{CFEB5EF5-E23A-C6DD-DB6C-D1F4D3BB8313}" dt="2026-10-12T07:40:55.035" v="168" actId="14100"/>
          <ac:spMkLst>
            <pc:docMk/>
            <pc:sldMk cId="0" sldId="275"/>
            <ac:spMk id="8" creationId="{00000000-0000-0000-0000-000000000000}"/>
          </ac:spMkLst>
        </pc:spChg>
        <pc:picChg chg="mod">
          <ac:chgData name="박효주" userId="S::hyoju42@kyonggi.ac.kr::5754f08e-4fae-4140-9037-fe70c38de0e4" providerId="AD" clId="Web-{CFEB5EF5-E23A-C6DD-DB6C-D1F4D3BB8313}" dt="2026-10-12T07:41:06.645" v="169" actId="1076"/>
          <ac:picMkLst>
            <pc:docMk/>
            <pc:sldMk cId="0" sldId="275"/>
            <ac:picMk id="38" creationId="{A776628D-E991-B7B5-D6A5-868B3660A72C}"/>
          </ac:picMkLst>
        </pc:picChg>
      </pc:sldChg>
      <pc:sldChg chg="addSp modSp">
        <pc:chgData name="박효주" userId="S::hyoju42@kyonggi.ac.kr::5754f08e-4fae-4140-9037-fe70c38de0e4" providerId="AD" clId="Web-{CFEB5EF5-E23A-C6DD-DB6C-D1F4D3BB8313}" dt="2026-10-12T07:40:09.127" v="164" actId="14100"/>
        <pc:sldMkLst>
          <pc:docMk/>
          <pc:sldMk cId="2797995254" sldId="293"/>
        </pc:sldMkLst>
        <pc:spChg chg="mod">
          <ac:chgData name="박효주" userId="S::hyoju42@kyonggi.ac.kr::5754f08e-4fae-4140-9037-fe70c38de0e4" providerId="AD" clId="Web-{CFEB5EF5-E23A-C6DD-DB6C-D1F4D3BB8313}" dt="2026-10-12T07:39:57.830" v="162" actId="14100"/>
          <ac:spMkLst>
            <pc:docMk/>
            <pc:sldMk cId="2797995254" sldId="293"/>
            <ac:spMk id="8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57" actId="1076"/>
          <ac:spMkLst>
            <pc:docMk/>
            <pc:sldMk cId="2797995254" sldId="293"/>
            <ac:spMk id="15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55" actId="1076"/>
          <ac:spMkLst>
            <pc:docMk/>
            <pc:sldMk cId="2797995254" sldId="293"/>
            <ac:spMk id="17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51" actId="1076"/>
          <ac:spMkLst>
            <pc:docMk/>
            <pc:sldMk cId="2797995254" sldId="293"/>
            <ac:spMk id="21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49" actId="1076"/>
          <ac:spMkLst>
            <pc:docMk/>
            <pc:sldMk cId="2797995254" sldId="293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45" actId="1076"/>
          <ac:spMkLst>
            <pc:docMk/>
            <pc:sldMk cId="2797995254" sldId="293"/>
            <ac:spMk id="27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43" actId="1076"/>
          <ac:spMkLst>
            <pc:docMk/>
            <pc:sldMk cId="2797995254" sldId="293"/>
            <ac:spMk id="29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39" actId="1076"/>
          <ac:spMkLst>
            <pc:docMk/>
            <pc:sldMk cId="2797995254" sldId="293"/>
            <ac:spMk id="33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4.002" v="137" actId="1076"/>
          <ac:spMkLst>
            <pc:docMk/>
            <pc:sldMk cId="2797995254" sldId="293"/>
            <ac:spMk id="35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3.986" v="132" actId="1076"/>
          <ac:spMkLst>
            <pc:docMk/>
            <pc:sldMk cId="2797995254" sldId="293"/>
            <ac:spMk id="40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3.986" v="131" actId="1076"/>
          <ac:spMkLst>
            <pc:docMk/>
            <pc:sldMk cId="2797995254" sldId="293"/>
            <ac:spMk id="41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3.986" v="130" actId="1076"/>
          <ac:spMkLst>
            <pc:docMk/>
            <pc:sldMk cId="2797995254" sldId="293"/>
            <ac:spMk id="42" creationId="{00000000-0000-0000-0000-000000000000}"/>
          </ac:spMkLst>
        </pc:spChg>
        <pc:spChg chg="mod">
          <ac:chgData name="박효주" userId="S::hyoju42@kyonggi.ac.kr::5754f08e-4fae-4140-9037-fe70c38de0e4" providerId="AD" clId="Web-{CFEB5EF5-E23A-C6DD-DB6C-D1F4D3BB8313}" dt="2026-10-12T07:39:53.986" v="129" actId="1076"/>
          <ac:spMkLst>
            <pc:docMk/>
            <pc:sldMk cId="2797995254" sldId="293"/>
            <ac:spMk id="43" creationId="{00000000-0000-0000-0000-000000000000}"/>
          </ac:spMkLst>
        </pc:spChg>
        <pc:picChg chg="add mod ord">
          <ac:chgData name="박효주" userId="S::hyoju42@kyonggi.ac.kr::5754f08e-4fae-4140-9037-fe70c38de0e4" providerId="AD" clId="Web-{CFEB5EF5-E23A-C6DD-DB6C-D1F4D3BB8313}" dt="2026-10-12T07:40:09.127" v="164" actId="14100"/>
          <ac:picMkLst>
            <pc:docMk/>
            <pc:sldMk cId="2797995254" sldId="293"/>
            <ac:picMk id="3" creationId="{8B49A00A-FC49-8C96-3FA1-FFB78EA7B97B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9" actId="1076"/>
          <ac:picMkLst>
            <pc:docMk/>
            <pc:sldMk cId="2797995254" sldId="293"/>
            <ac:picMk id="13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8" actId="1076"/>
          <ac:picMkLst>
            <pc:docMk/>
            <pc:sldMk cId="2797995254" sldId="293"/>
            <ac:picMk id="14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6" actId="1076"/>
          <ac:picMkLst>
            <pc:docMk/>
            <pc:sldMk cId="2797995254" sldId="293"/>
            <ac:picMk id="16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4" actId="1076"/>
          <ac:picMkLst>
            <pc:docMk/>
            <pc:sldMk cId="2797995254" sldId="293"/>
            <ac:picMk id="18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3" actId="1076"/>
          <ac:picMkLst>
            <pc:docMk/>
            <pc:sldMk cId="2797995254" sldId="293"/>
            <ac:picMk id="19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2" actId="1076"/>
          <ac:picMkLst>
            <pc:docMk/>
            <pc:sldMk cId="2797995254" sldId="293"/>
            <ac:picMk id="20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50" actId="1076"/>
          <ac:picMkLst>
            <pc:docMk/>
            <pc:sldMk cId="2797995254" sldId="293"/>
            <ac:picMk id="22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8" actId="1076"/>
          <ac:picMkLst>
            <pc:docMk/>
            <pc:sldMk cId="2797995254" sldId="293"/>
            <ac:picMk id="24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7" actId="1076"/>
          <ac:picMkLst>
            <pc:docMk/>
            <pc:sldMk cId="2797995254" sldId="293"/>
            <ac:picMk id="25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6" actId="1076"/>
          <ac:picMkLst>
            <pc:docMk/>
            <pc:sldMk cId="2797995254" sldId="293"/>
            <ac:picMk id="26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4" actId="1076"/>
          <ac:picMkLst>
            <pc:docMk/>
            <pc:sldMk cId="2797995254" sldId="293"/>
            <ac:picMk id="28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2" actId="1076"/>
          <ac:picMkLst>
            <pc:docMk/>
            <pc:sldMk cId="2797995254" sldId="293"/>
            <ac:picMk id="30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1" actId="1076"/>
          <ac:picMkLst>
            <pc:docMk/>
            <pc:sldMk cId="2797995254" sldId="293"/>
            <ac:picMk id="31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40" actId="1076"/>
          <ac:picMkLst>
            <pc:docMk/>
            <pc:sldMk cId="2797995254" sldId="293"/>
            <ac:picMk id="32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38" actId="1076"/>
          <ac:picMkLst>
            <pc:docMk/>
            <pc:sldMk cId="2797995254" sldId="293"/>
            <ac:picMk id="34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36" actId="1076"/>
          <ac:picMkLst>
            <pc:docMk/>
            <pc:sldMk cId="2797995254" sldId="293"/>
            <ac:picMk id="36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35" actId="1076"/>
          <ac:picMkLst>
            <pc:docMk/>
            <pc:sldMk cId="2797995254" sldId="293"/>
            <ac:picMk id="37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34" actId="1076"/>
          <ac:picMkLst>
            <pc:docMk/>
            <pc:sldMk cId="2797995254" sldId="293"/>
            <ac:picMk id="38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4.002" v="133" actId="1076"/>
          <ac:picMkLst>
            <pc:docMk/>
            <pc:sldMk cId="2797995254" sldId="293"/>
            <ac:picMk id="39" creationId="{00000000-0000-0000-0000-000000000000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3.986" v="128" actId="1076"/>
          <ac:picMkLst>
            <pc:docMk/>
            <pc:sldMk cId="2797995254" sldId="293"/>
            <ac:picMk id="44" creationId="{2B75ACE3-BE00-555B-23D4-72C614D6389A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3.986" v="127" actId="1076"/>
          <ac:picMkLst>
            <pc:docMk/>
            <pc:sldMk cId="2797995254" sldId="293"/>
            <ac:picMk id="45" creationId="{1A0F711F-FAFD-F0A2-FDEA-724D338A09F4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3.986" v="126" actId="1076"/>
          <ac:picMkLst>
            <pc:docMk/>
            <pc:sldMk cId="2797995254" sldId="293"/>
            <ac:picMk id="46" creationId="{46037D5D-8F43-5138-0555-0F83B2E62F58}"/>
          </ac:picMkLst>
        </pc:picChg>
        <pc:picChg chg="mod">
          <ac:chgData name="박효주" userId="S::hyoju42@kyonggi.ac.kr::5754f08e-4fae-4140-9037-fe70c38de0e4" providerId="AD" clId="Web-{CFEB5EF5-E23A-C6DD-DB6C-D1F4D3BB8313}" dt="2026-10-12T07:39:53.986" v="125" actId="1076"/>
          <ac:picMkLst>
            <pc:docMk/>
            <pc:sldMk cId="2797995254" sldId="293"/>
            <ac:picMk id="47" creationId="{5F6840A8-C961-A56B-70FE-8CC916674D15}"/>
          </ac:picMkLst>
        </pc:picChg>
      </pc:sldChg>
    </pc:docChg>
  </pc:docChgLst>
  <pc:docChgLst>
    <pc:chgData name="게스트 사용자" userId="S::urn:spo:tenantanon#f09a4ef3-978d-434e-89da-a29b9f9f3c32::" providerId="AD" clId="Web-{95972CDA-F81E-01E4-F518-9F44D3213917}"/>
    <pc:docChg chg="addSld modSld">
      <pc:chgData name="게스트 사용자" userId="S::urn:spo:tenantanon#f09a4ef3-978d-434e-89da-a29b9f9f3c32::" providerId="AD" clId="Web-{95972CDA-F81E-01E4-F518-9F44D3213917}" dt="2026-10-12T03:24:14.418" v="231" actId="1076"/>
      <pc:docMkLst>
        <pc:docMk/>
      </pc:docMkLst>
      <pc:sldChg chg="addSp delSp modSp">
        <pc:chgData name="게스트 사용자" userId="S::urn:spo:tenantanon#f09a4ef3-978d-434e-89da-a29b9f9f3c32::" providerId="AD" clId="Web-{95972CDA-F81E-01E4-F518-9F44D3213917}" dt="2026-10-12T03:14:10.683" v="3"/>
        <pc:sldMkLst>
          <pc:docMk/>
          <pc:sldMk cId="0" sldId="278"/>
        </pc:sldMkLst>
        <pc:spChg chg="add del mod">
          <ac:chgData name="게스트 사용자" userId="S::urn:spo:tenantanon#f09a4ef3-978d-434e-89da-a29b9f9f3c32::" providerId="AD" clId="Web-{95972CDA-F81E-01E4-F518-9F44D3213917}" dt="2026-10-12T03:14:10.683" v="3"/>
          <ac:spMkLst>
            <pc:docMk/>
            <pc:sldMk cId="0" sldId="278"/>
            <ac:spMk id="8" creationId="{00000000-0000-0000-0000-000000000000}"/>
          </ac:spMkLst>
        </pc:spChg>
      </pc:sldChg>
      <pc:sldChg chg="addSp delSp modSp add replId">
        <pc:chgData name="게스트 사용자" userId="S::urn:spo:tenantanon#f09a4ef3-978d-434e-89da-a29b9f9f3c32::" providerId="AD" clId="Web-{95972CDA-F81E-01E4-F518-9F44D3213917}" dt="2026-10-12T03:24:14.418" v="231" actId="1076"/>
        <pc:sldMkLst>
          <pc:docMk/>
          <pc:sldMk cId="1229656876" sldId="283"/>
        </pc:sldMkLst>
        <pc:spChg chg="del">
          <ac:chgData name="게스트 사용자" userId="S::urn:spo:tenantanon#f09a4ef3-978d-434e-89da-a29b9f9f3c32::" providerId="AD" clId="Web-{95972CDA-F81E-01E4-F518-9F44D3213917}" dt="2026-10-12T03:14:15.402" v="5"/>
          <ac:spMkLst>
            <pc:docMk/>
            <pc:sldMk cId="1229656876" sldId="283"/>
            <ac:spMk id="8" creationId="{C7BFF093-6788-808A-D96E-ED410EAD750E}"/>
          </ac:spMkLst>
        </pc:spChg>
        <pc:spChg chg="mod">
          <ac:chgData name="게스트 사용자" userId="S::urn:spo:tenantanon#f09a4ef3-978d-434e-89da-a29b9f9f3c32::" providerId="AD" clId="Web-{95972CDA-F81E-01E4-F518-9F44D3213917}" dt="2026-10-12T03:22:42.760" v="211" actId="20577"/>
          <ac:spMkLst>
            <pc:docMk/>
            <pc:sldMk cId="1229656876" sldId="283"/>
            <ac:spMk id="9" creationId="{6AC75758-8661-D188-2475-D85EC5CDA5C0}"/>
          </ac:spMkLst>
        </pc:spChg>
        <pc:spChg chg="del mod">
          <ac:chgData name="게스트 사용자" userId="S::urn:spo:tenantanon#f09a4ef3-978d-434e-89da-a29b9f9f3c32::" providerId="AD" clId="Web-{95972CDA-F81E-01E4-F518-9F44D3213917}" dt="2026-10-12T03:15:13.607" v="55"/>
          <ac:spMkLst>
            <pc:docMk/>
            <pc:sldMk cId="1229656876" sldId="283"/>
            <ac:spMk id="10" creationId="{E217B357-7021-6F9D-082A-7BE7CDC7F491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15:09.779" v="53"/>
          <ac:spMkLst>
            <pc:docMk/>
            <pc:sldMk cId="1229656876" sldId="283"/>
            <ac:spMk id="14" creationId="{C7D5BCB1-D91B-2567-B0E1-7B1A2327B510}"/>
          </ac:spMkLst>
        </pc:spChg>
        <pc:spChg chg="del">
          <ac:chgData name="게스트 사용자" userId="S::urn:spo:tenantanon#f09a4ef3-978d-434e-89da-a29b9f9f3c32::" providerId="AD" clId="Web-{95972CDA-F81E-01E4-F518-9F44D3213917}" dt="2026-10-12T03:14:24.934" v="11"/>
          <ac:spMkLst>
            <pc:docMk/>
            <pc:sldMk cId="1229656876" sldId="283"/>
            <ac:spMk id="16" creationId="{5B060009-24A3-5AC9-9E2E-690C5054F37C}"/>
          </ac:spMkLst>
        </pc:spChg>
        <pc:spChg chg="mod">
          <ac:chgData name="게스트 사용자" userId="S::urn:spo:tenantanon#f09a4ef3-978d-434e-89da-a29b9f9f3c32::" providerId="AD" clId="Web-{95972CDA-F81E-01E4-F518-9F44D3213917}" dt="2026-10-12T03:23:42.839" v="225" actId="1076"/>
          <ac:spMkLst>
            <pc:docMk/>
            <pc:sldMk cId="1229656876" sldId="283"/>
            <ac:spMk id="18" creationId="{D5B4A50C-CB28-416C-FD40-33C1034448BD}"/>
          </ac:spMkLst>
        </pc:spChg>
        <pc:spChg chg="del mod">
          <ac:chgData name="게스트 사용자" userId="S::urn:spo:tenantanon#f09a4ef3-978d-434e-89da-a29b9f9f3c32::" providerId="AD" clId="Web-{95972CDA-F81E-01E4-F518-9F44D3213917}" dt="2026-10-12T03:18:05.174" v="113"/>
          <ac:spMkLst>
            <pc:docMk/>
            <pc:sldMk cId="1229656876" sldId="283"/>
            <ac:spMk id="20" creationId="{0ECCA759-8206-889E-1DCE-8D2D725220D9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4:35.512" v="21"/>
          <ac:spMkLst>
            <pc:docMk/>
            <pc:sldMk cId="1229656876" sldId="283"/>
            <ac:spMk id="22" creationId="{E1BE3648-7289-96F8-524A-759C0899C2AA}"/>
          </ac:spMkLst>
        </pc:spChg>
        <pc:spChg chg="del">
          <ac:chgData name="게스트 사용자" userId="S::urn:spo:tenantanon#f09a4ef3-978d-434e-89da-a29b9f9f3c32::" providerId="AD" clId="Web-{95972CDA-F81E-01E4-F518-9F44D3213917}" dt="2026-10-12T03:14:22.965" v="10"/>
          <ac:spMkLst>
            <pc:docMk/>
            <pc:sldMk cId="1229656876" sldId="283"/>
            <ac:spMk id="23" creationId="{981347A0-0C76-CC85-C2F4-F1BED59E3666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23:49.308" v="226" actId="1076"/>
          <ac:spMkLst>
            <pc:docMk/>
            <pc:sldMk cId="1229656876" sldId="283"/>
            <ac:spMk id="24" creationId="{165C6FA0-99FC-0479-2299-6C6408B012B2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4:35.512" v="19"/>
          <ac:spMkLst>
            <pc:docMk/>
            <pc:sldMk cId="1229656876" sldId="283"/>
            <ac:spMk id="26" creationId="{45490B5F-8CD8-51ED-6C88-A5649FB1107D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4:35.512" v="18"/>
          <ac:spMkLst>
            <pc:docMk/>
            <pc:sldMk cId="1229656876" sldId="283"/>
            <ac:spMk id="27" creationId="{CF232465-D39A-E30F-0012-BF1DF163C1F3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14:44.762" v="41"/>
          <ac:spMkLst>
            <pc:docMk/>
            <pc:sldMk cId="1229656876" sldId="283"/>
            <ac:spMk id="29" creationId="{24B7CDE2-082E-312F-A2FD-57F6AA8605E6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14:44.762" v="39"/>
          <ac:spMkLst>
            <pc:docMk/>
            <pc:sldMk cId="1229656876" sldId="283"/>
            <ac:spMk id="31" creationId="{52B42915-0E80-BCD7-D8BA-E6DE49D70873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14:44.762" v="38"/>
          <ac:spMkLst>
            <pc:docMk/>
            <pc:sldMk cId="1229656876" sldId="283"/>
            <ac:spMk id="32" creationId="{7B5B12F1-5D07-FE6B-F1EA-F0BDAC83FF46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6:42.094" v="79"/>
          <ac:spMkLst>
            <pc:docMk/>
            <pc:sldMk cId="1229656876" sldId="283"/>
            <ac:spMk id="34" creationId="{CAC9F075-FE1B-D3B5-16CF-3A9AC7E00915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6:41.719" v="77"/>
          <ac:spMkLst>
            <pc:docMk/>
            <pc:sldMk cId="1229656876" sldId="283"/>
            <ac:spMk id="36" creationId="{FE5A8168-C909-0B13-5D99-DFC2391D1758}"/>
          </ac:spMkLst>
        </pc:spChg>
        <pc:spChg chg="add del">
          <ac:chgData name="게스트 사용자" userId="S::urn:spo:tenantanon#f09a4ef3-978d-434e-89da-a29b9f9f3c32::" providerId="AD" clId="Web-{95972CDA-F81E-01E4-F518-9F44D3213917}" dt="2026-10-12T03:16:41.328" v="75"/>
          <ac:spMkLst>
            <pc:docMk/>
            <pc:sldMk cId="1229656876" sldId="283"/>
            <ac:spMk id="38" creationId="{0E75D714-FF88-EBDC-72C8-9B9CAD8F95F7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19:35.145" v="132" actId="1076"/>
          <ac:spMkLst>
            <pc:docMk/>
            <pc:sldMk cId="1229656876" sldId="283"/>
            <ac:spMk id="40" creationId="{B8256785-2FA5-5E13-3F6E-0A054750227E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19:48.427" v="135" actId="1076"/>
          <ac:spMkLst>
            <pc:docMk/>
            <pc:sldMk cId="1229656876" sldId="283"/>
            <ac:spMk id="42" creationId="{08E2F1B6-4F48-858D-3C92-AB54F86D686B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19:31.958" v="131" actId="1076"/>
          <ac:spMkLst>
            <pc:docMk/>
            <pc:sldMk cId="1229656876" sldId="283"/>
            <ac:spMk id="44" creationId="{96C71743-0BFB-1BB1-F366-2F9E0BF9FD30}"/>
          </ac:spMkLst>
        </pc:spChg>
        <pc:spChg chg="add del mod">
          <ac:chgData name="게스트 사용자" userId="S::urn:spo:tenantanon#f09a4ef3-978d-434e-89da-a29b9f9f3c32::" providerId="AD" clId="Web-{95972CDA-F81E-01E4-F518-9F44D3213917}" dt="2026-10-12T03:22:06.790" v="188"/>
          <ac:spMkLst>
            <pc:docMk/>
            <pc:sldMk cId="1229656876" sldId="283"/>
            <ac:spMk id="48" creationId="{8324298A-9F28-1EB9-2862-E71310C41864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21:37.133" v="174" actId="20577"/>
          <ac:spMkLst>
            <pc:docMk/>
            <pc:sldMk cId="1229656876" sldId="283"/>
            <ac:spMk id="49" creationId="{8D549E56-5C3E-94A4-A096-657A07B113F1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21:41.024" v="180" actId="20577"/>
          <ac:spMkLst>
            <pc:docMk/>
            <pc:sldMk cId="1229656876" sldId="283"/>
            <ac:spMk id="50" creationId="{FCB93830-A2FD-127B-91FA-AAECDD48A959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21:45.274" v="184" actId="20577"/>
          <ac:spMkLst>
            <pc:docMk/>
            <pc:sldMk cId="1229656876" sldId="283"/>
            <ac:spMk id="51" creationId="{A4C0828D-0526-7A99-5E92-6B0ED44E2D68}"/>
          </ac:spMkLst>
        </pc:spChg>
        <pc:spChg chg="add mod">
          <ac:chgData name="게스트 사용자" userId="S::urn:spo:tenantanon#f09a4ef3-978d-434e-89da-a29b9f9f3c32::" providerId="AD" clId="Web-{95972CDA-F81E-01E4-F518-9F44D3213917}" dt="2026-10-12T03:24:14.418" v="231" actId="1076"/>
          <ac:spMkLst>
            <pc:docMk/>
            <pc:sldMk cId="1229656876" sldId="283"/>
            <ac:spMk id="57" creationId="{31DFB7F5-9215-FC3C-F6DC-168E3FCD7531}"/>
          </ac:spMkLst>
        </pc:spChg>
        <pc:picChg chg="mod">
          <ac:chgData name="게스트 사용자" userId="S::urn:spo:tenantanon#f09a4ef3-978d-434e-89da-a29b9f9f3c32::" providerId="AD" clId="Web-{95972CDA-F81E-01E4-F518-9F44D3213917}" dt="2026-10-12T03:19:49.568" v="136" actId="1076"/>
          <ac:picMkLst>
            <pc:docMk/>
            <pc:sldMk cId="1229656876" sldId="283"/>
            <ac:picMk id="2" creationId="{2D8962B6-67F9-3278-6422-23FF95169E87}"/>
          </ac:picMkLst>
        </pc:picChg>
        <pc:picChg chg="del mod">
          <ac:chgData name="게스트 사용자" userId="S::urn:spo:tenantanon#f09a4ef3-978d-434e-89da-a29b9f9f3c32::" providerId="AD" clId="Web-{95972CDA-F81E-01E4-F518-9F44D3213917}" dt="2026-10-12T03:15:25.810" v="58"/>
          <ac:picMkLst>
            <pc:docMk/>
            <pc:sldMk cId="1229656876" sldId="283"/>
            <ac:picMk id="3" creationId="{34DF217B-ED85-1E32-CBB7-83CA0A304230}"/>
          </ac:picMkLst>
        </pc:picChg>
        <pc:picChg chg="del">
          <ac:chgData name="게스트 사용자" userId="S::urn:spo:tenantanon#f09a4ef3-978d-434e-89da-a29b9f9f3c32::" providerId="AD" clId="Web-{95972CDA-F81E-01E4-F518-9F44D3213917}" dt="2026-10-12T03:14:56.419" v="46"/>
          <ac:picMkLst>
            <pc:docMk/>
            <pc:sldMk cId="1229656876" sldId="283"/>
            <ac:picMk id="6" creationId="{E7154D71-915F-A175-9567-614E70D62485}"/>
          </ac:picMkLst>
        </pc:picChg>
        <pc:picChg chg="del">
          <ac:chgData name="게스트 사용자" userId="S::urn:spo:tenantanon#f09a4ef3-978d-434e-89da-a29b9f9f3c32::" providerId="AD" clId="Web-{95972CDA-F81E-01E4-F518-9F44D3213917}" dt="2026-10-12T03:15:29.545" v="59"/>
          <ac:picMkLst>
            <pc:docMk/>
            <pc:sldMk cId="1229656876" sldId="283"/>
            <ac:picMk id="7" creationId="{480EF145-FC90-02C0-D028-8162F983475B}"/>
          </ac:picMkLst>
        </pc:picChg>
        <pc:picChg chg="del">
          <ac:chgData name="게스트 사용자" userId="S::urn:spo:tenantanon#f09a4ef3-978d-434e-89da-a29b9f9f3c32::" providerId="AD" clId="Web-{95972CDA-F81E-01E4-F518-9F44D3213917}" dt="2026-10-12T03:14:22.121" v="9"/>
          <ac:picMkLst>
            <pc:docMk/>
            <pc:sldMk cId="1229656876" sldId="283"/>
            <ac:picMk id="13" creationId="{953BD220-1BF0-51D8-AEF9-0B1C8897B9F5}"/>
          </ac:picMkLst>
        </pc:picChg>
        <pc:picChg chg="del">
          <ac:chgData name="게스트 사용자" userId="S::urn:spo:tenantanon#f09a4ef3-978d-434e-89da-a29b9f9f3c32::" providerId="AD" clId="Web-{95972CDA-F81E-01E4-F518-9F44D3213917}" dt="2026-10-12T03:14:20.308" v="6"/>
          <ac:picMkLst>
            <pc:docMk/>
            <pc:sldMk cId="1229656876" sldId="283"/>
            <ac:picMk id="15" creationId="{34D98AA3-4AA2-4F96-ABDA-0FD1A6FECD92}"/>
          </ac:picMkLst>
        </pc:picChg>
        <pc:picChg chg="mod">
          <ac:chgData name="게스트 사용자" userId="S::urn:spo:tenantanon#f09a4ef3-978d-434e-89da-a29b9f9f3c32::" providerId="AD" clId="Web-{95972CDA-F81E-01E4-F518-9F44D3213917}" dt="2026-10-12T03:23:42.808" v="224" actId="1076"/>
          <ac:picMkLst>
            <pc:docMk/>
            <pc:sldMk cId="1229656876" sldId="283"/>
            <ac:picMk id="17" creationId="{372C15C5-E2DC-405E-9680-F9DD51EFE010}"/>
          </ac:picMkLst>
        </pc:picChg>
        <pc:picChg chg="del mod">
          <ac:chgData name="게스트 사용자" userId="S::urn:spo:tenantanon#f09a4ef3-978d-434e-89da-a29b9f9f3c32::" providerId="AD" clId="Web-{95972CDA-F81E-01E4-F518-9F44D3213917}" dt="2026-10-12T03:18:03.658" v="112"/>
          <ac:picMkLst>
            <pc:docMk/>
            <pc:sldMk cId="1229656876" sldId="283"/>
            <ac:picMk id="19" creationId="{33FC816A-8B0A-6A4D-8DA8-C5D35759EA60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14:35.512" v="22"/>
          <ac:picMkLst>
            <pc:docMk/>
            <pc:sldMk cId="1229656876" sldId="283"/>
            <ac:picMk id="21" creationId="{4213E357-69A6-81D8-DA05-AC342F5D2B29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14:35.512" v="20"/>
          <ac:picMkLst>
            <pc:docMk/>
            <pc:sldMk cId="1229656876" sldId="283"/>
            <ac:picMk id="25" creationId="{EB591038-26C0-4F24-B31A-F229124A4216}"/>
          </ac:picMkLst>
        </pc:picChg>
        <pc:picChg chg="add del mod">
          <ac:chgData name="게스트 사용자" userId="S::urn:spo:tenantanon#f09a4ef3-978d-434e-89da-a29b9f9f3c32::" providerId="AD" clId="Web-{95972CDA-F81E-01E4-F518-9F44D3213917}" dt="2026-10-12T03:14:44.762" v="42"/>
          <ac:picMkLst>
            <pc:docMk/>
            <pc:sldMk cId="1229656876" sldId="283"/>
            <ac:picMk id="28" creationId="{4FAED43D-DC79-54C3-3953-58C2EE5460E5}"/>
          </ac:picMkLst>
        </pc:picChg>
        <pc:picChg chg="add del mod">
          <ac:chgData name="게스트 사용자" userId="S::urn:spo:tenantanon#f09a4ef3-978d-434e-89da-a29b9f9f3c32::" providerId="AD" clId="Web-{95972CDA-F81E-01E4-F518-9F44D3213917}" dt="2026-10-12T03:14:44.762" v="40"/>
          <ac:picMkLst>
            <pc:docMk/>
            <pc:sldMk cId="1229656876" sldId="283"/>
            <ac:picMk id="30" creationId="{917DF379-3E41-FD4D-CAC0-DE8A4DF8DDE8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16:42.094" v="80"/>
          <ac:picMkLst>
            <pc:docMk/>
            <pc:sldMk cId="1229656876" sldId="283"/>
            <ac:picMk id="33" creationId="{8505C0F4-ECBF-3DAA-7FAC-CC0660F32D85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16:41.719" v="78"/>
          <ac:picMkLst>
            <pc:docMk/>
            <pc:sldMk cId="1229656876" sldId="283"/>
            <ac:picMk id="35" creationId="{04FF2FCA-7C9F-A0E5-C8F2-491190AFABB9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16:41.328" v="76"/>
          <ac:picMkLst>
            <pc:docMk/>
            <pc:sldMk cId="1229656876" sldId="283"/>
            <ac:picMk id="37" creationId="{F62BE927-BFC9-1C60-BECE-142171FB4F50}"/>
          </ac:picMkLst>
        </pc:picChg>
        <pc:picChg chg="add mod">
          <ac:chgData name="게스트 사용자" userId="S::urn:spo:tenantanon#f09a4ef3-978d-434e-89da-a29b9f9f3c32::" providerId="AD" clId="Web-{95972CDA-F81E-01E4-F518-9F44D3213917}" dt="2026-10-12T03:18:57.254" v="122" actId="1076"/>
          <ac:picMkLst>
            <pc:docMk/>
            <pc:sldMk cId="1229656876" sldId="283"/>
            <ac:picMk id="39" creationId="{C4304858-81B9-B9B8-93A6-4F27207486DD}"/>
          </ac:picMkLst>
        </pc:picChg>
        <pc:picChg chg="add mod">
          <ac:chgData name="게스트 사용자" userId="S::urn:spo:tenantanon#f09a4ef3-978d-434e-89da-a29b9f9f3c32::" providerId="AD" clId="Web-{95972CDA-F81E-01E4-F518-9F44D3213917}" dt="2026-10-12T03:19:38.036" v="134" actId="1076"/>
          <ac:picMkLst>
            <pc:docMk/>
            <pc:sldMk cId="1229656876" sldId="283"/>
            <ac:picMk id="41" creationId="{C42D28E5-2B1D-422E-6F39-FA95FF4D41C2}"/>
          </ac:picMkLst>
        </pc:picChg>
        <pc:picChg chg="add mod">
          <ac:chgData name="게스트 사용자" userId="S::urn:spo:tenantanon#f09a4ef3-978d-434e-89da-a29b9f9f3c32::" providerId="AD" clId="Web-{95972CDA-F81E-01E4-F518-9F44D3213917}" dt="2026-10-12T03:17:00.641" v="91" actId="1076"/>
          <ac:picMkLst>
            <pc:docMk/>
            <pc:sldMk cId="1229656876" sldId="283"/>
            <ac:picMk id="43" creationId="{686A7033-DBA3-E54A-D867-1D07E25F1749}"/>
          </ac:picMkLst>
        </pc:picChg>
        <pc:picChg chg="add del mod">
          <ac:chgData name="게스트 사용자" userId="S::urn:spo:tenantanon#f09a4ef3-978d-434e-89da-a29b9f9f3c32::" providerId="AD" clId="Web-{95972CDA-F81E-01E4-F518-9F44D3213917}" dt="2026-10-12T03:22:04.993" v="187"/>
          <ac:picMkLst>
            <pc:docMk/>
            <pc:sldMk cId="1229656876" sldId="283"/>
            <ac:picMk id="46" creationId="{49CB8E30-77B8-63AC-CA03-C2610BA1FD4B}"/>
          </ac:picMkLst>
        </pc:picChg>
        <pc:picChg chg="add del">
          <ac:chgData name="게스트 사용자" userId="S::urn:spo:tenantanon#f09a4ef3-978d-434e-89da-a29b9f9f3c32::" providerId="AD" clId="Web-{95972CDA-F81E-01E4-F518-9F44D3213917}" dt="2026-10-12T03:22:11.884" v="190"/>
          <ac:picMkLst>
            <pc:docMk/>
            <pc:sldMk cId="1229656876" sldId="283"/>
            <ac:picMk id="53" creationId="{52A16C51-43AE-DDE6-A930-84159EDDA56C}"/>
          </ac:picMkLst>
        </pc:picChg>
        <pc:picChg chg="add del mod">
          <ac:chgData name="게스트 사용자" userId="S::urn:spo:tenantanon#f09a4ef3-978d-434e-89da-a29b9f9f3c32::" providerId="AD" clId="Web-{95972CDA-F81E-01E4-F518-9F44D3213917}" dt="2026-10-12T03:24:01.965" v="228"/>
          <ac:picMkLst>
            <pc:docMk/>
            <pc:sldMk cId="1229656876" sldId="283"/>
            <ac:picMk id="55" creationId="{CFE34811-A309-8A6A-B076-87DDDF8C731C}"/>
          </ac:picMkLst>
        </pc:picChg>
        <pc:picChg chg="add ord">
          <ac:chgData name="게스트 사용자" userId="S::urn:spo:tenantanon#f09a4ef3-978d-434e-89da-a29b9f9f3c32::" providerId="AD" clId="Web-{95972CDA-F81E-01E4-F518-9F44D3213917}" dt="2026-10-12T03:24:08.184" v="230"/>
          <ac:picMkLst>
            <pc:docMk/>
            <pc:sldMk cId="1229656876" sldId="283"/>
            <ac:picMk id="59" creationId="{ADF4A22B-9967-524A-DA08-96B135B09592}"/>
          </ac:picMkLst>
        </pc:picChg>
      </pc:sldChg>
    </pc:docChg>
  </pc:docChgLst>
  <pc:docChgLst>
    <pc:chgData name="박효주" userId="S::hyoju42@kyonggi.ac.kr::5754f08e-4fae-4140-9037-fe70c38de0e4" providerId="AD" clId="Web-{00000000-0000-0000-0000-000000000000}"/>
    <pc:docChg chg="addSld delSld modSld">
      <pc:chgData name="박효주" userId="S::hyoju42@kyonggi.ac.kr::5754f08e-4fae-4140-9037-fe70c38de0e4" providerId="AD" clId="Web-{00000000-0000-0000-0000-000000000000}" dt="2026-10-12T08:23:16.180" v="932" actId="1076"/>
      <pc:docMkLst>
        <pc:docMk/>
      </pc:docMkLst>
      <pc:sldChg chg="delSp modSp">
        <pc:chgData name="박효주" userId="S::hyoju42@kyonggi.ac.kr::5754f08e-4fae-4140-9037-fe70c38de0e4" providerId="AD" clId="Web-{00000000-0000-0000-0000-000000000000}" dt="2026-10-12T06:21:03" v="886" actId="1076"/>
        <pc:sldMkLst>
          <pc:docMk/>
          <pc:sldMk cId="0" sldId="257"/>
        </pc:sldMkLst>
        <pc:spChg chg="mod">
          <ac:chgData name="박효주" userId="S::hyoju42@kyonggi.ac.kr::5754f08e-4fae-4140-9037-fe70c38de0e4" providerId="AD" clId="Web-{00000000-0000-0000-0000-000000000000}" dt="2026-10-12T06:21:01.281" v="86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359" v="868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484" v="869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609" v="871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672" v="872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734" v="87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859" v="875" actId="107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922" v="876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1.984" v="877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094" v="879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156" v="880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219" v="881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625" v="883" actId="1076"/>
          <ac:spMkLst>
            <pc:docMk/>
            <pc:sldMk cId="0" sldId="257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719" v="884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1:02.765" v="885" actId="1076"/>
          <ac:spMkLst>
            <pc:docMk/>
            <pc:sldMk cId="0" sldId="257"/>
            <ac:spMk id="25" creationId="{00000000-0000-0000-0000-000000000000}"/>
          </ac:spMkLst>
        </pc:spChg>
        <pc:picChg chg="mod">
          <ac:chgData name="박효주" userId="S::hyoju42@kyonggi.ac.kr::5754f08e-4fae-4140-9037-fe70c38de0e4" providerId="AD" clId="Web-{00000000-0000-0000-0000-000000000000}" dt="2026-10-12T06:21:01.219" v="866" actId="1076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1:01.547" v="870" actId="1076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1:01.797" v="874" actId="1076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1:02.031" v="878" actId="1076"/>
          <ac:picMkLst>
            <pc:docMk/>
            <pc:sldMk cId="0" sldId="257"/>
            <ac:picMk id="18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1:02.281" v="882" actId="1076"/>
          <ac:picMkLst>
            <pc:docMk/>
            <pc:sldMk cId="0" sldId="257"/>
            <ac:picMk id="22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1:03" v="886" actId="1076"/>
          <ac:picMkLst>
            <pc:docMk/>
            <pc:sldMk cId="0" sldId="257"/>
            <ac:picMk id="26" creationId="{00000000-0000-0000-0000-000000000000}"/>
          </ac:picMkLst>
        </pc:picChg>
        <pc:picChg chg="del">
          <ac:chgData name="박효주" userId="S::hyoju42@kyonggi.ac.kr::5754f08e-4fae-4140-9037-fe70c38de0e4" providerId="AD" clId="Web-{00000000-0000-0000-0000-000000000000}" dt="2026-10-12T03:50:49.971" v="2"/>
          <ac:picMkLst>
            <pc:docMk/>
            <pc:sldMk cId="0" sldId="257"/>
            <ac:picMk id="34" creationId="{00000000-0000-0000-0000-000000000000}"/>
          </ac:picMkLst>
        </pc:picChg>
      </pc:sldChg>
      <pc:sldChg chg="delSp modSp">
        <pc:chgData name="박효주" userId="S::hyoju42@kyonggi.ac.kr::5754f08e-4fae-4140-9037-fe70c38de0e4" providerId="AD" clId="Web-{00000000-0000-0000-0000-000000000000}" dt="2026-10-12T06:20:36.186" v="865" actId="1076"/>
        <pc:sldMkLst>
          <pc:docMk/>
          <pc:sldMk cId="0" sldId="258"/>
        </pc:sldMkLst>
        <pc:spChg chg="del">
          <ac:chgData name="박효주" userId="S::hyoju42@kyonggi.ac.kr::5754f08e-4fae-4140-9037-fe70c38de0e4" providerId="AD" clId="Web-{00000000-0000-0000-0000-000000000000}" dt="2026-10-12T06:20:20.358" v="846"/>
          <ac:spMkLst>
            <pc:docMk/>
            <pc:sldMk cId="0" sldId="258"/>
            <ac:spMk id="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0:36.186" v="865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0:30.358" v="849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0:30.483" v="853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0:30.608" v="857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0:30.717" v="861" actId="1076"/>
          <ac:spMkLst>
            <pc:docMk/>
            <pc:sldMk cId="0" sldId="258"/>
            <ac:spMk id="26" creationId="{00000000-0000-0000-0000-000000000000}"/>
          </ac:spMkLst>
        </pc:spChg>
        <pc:picChg chg="mod">
          <ac:chgData name="박효주" userId="S::hyoju42@kyonggi.ac.kr::5754f08e-4fae-4140-9037-fe70c38de0e4" providerId="AD" clId="Web-{00000000-0000-0000-0000-000000000000}" dt="2026-10-12T06:20:30.280" v="847" actId="1076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박효주" userId="S::hyoju42@kyonggi.ac.kr::5754f08e-4fae-4140-9037-fe70c38de0e4" providerId="AD" clId="Web-{00000000-0000-0000-0000-000000000000}" dt="2026-10-12T03:50:53.362" v="3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405" v="850" actId="1076"/>
          <ac:picMkLst>
            <pc:docMk/>
            <pc:sldMk cId="0" sldId="258"/>
            <ac:picMk id="15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420" v="851" actId="1076"/>
          <ac:picMkLst>
            <pc:docMk/>
            <pc:sldMk cId="0" sldId="258"/>
            <ac:picMk id="16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452" v="852" actId="1076"/>
          <ac:picMkLst>
            <pc:docMk/>
            <pc:sldMk cId="0" sldId="258"/>
            <ac:picMk id="17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514" v="854" actId="1076"/>
          <ac:picMkLst>
            <pc:docMk/>
            <pc:sldMk cId="0" sldId="258"/>
            <ac:picMk id="19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545" v="855" actId="1076"/>
          <ac:picMkLst>
            <pc:docMk/>
            <pc:sldMk cId="0" sldId="258"/>
            <ac:picMk id="20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577" v="856" actId="1076"/>
          <ac:picMkLst>
            <pc:docMk/>
            <pc:sldMk cId="0" sldId="258"/>
            <ac:picMk id="21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639" v="858" actId="1076"/>
          <ac:picMkLst>
            <pc:docMk/>
            <pc:sldMk cId="0" sldId="258"/>
            <ac:picMk id="23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655" v="859" actId="1076"/>
          <ac:picMkLst>
            <pc:docMk/>
            <pc:sldMk cId="0" sldId="258"/>
            <ac:picMk id="24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686" v="860" actId="1076"/>
          <ac:picMkLst>
            <pc:docMk/>
            <pc:sldMk cId="0" sldId="258"/>
            <ac:picMk id="25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749" v="862" actId="1076"/>
          <ac:picMkLst>
            <pc:docMk/>
            <pc:sldMk cId="0" sldId="258"/>
            <ac:picMk id="27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780" v="863" actId="1076"/>
          <ac:picMkLst>
            <pc:docMk/>
            <pc:sldMk cId="0" sldId="258"/>
            <ac:picMk id="28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0:30.811" v="864" actId="1076"/>
          <ac:picMkLst>
            <pc:docMk/>
            <pc:sldMk cId="0" sldId="258"/>
            <ac:picMk id="29" creationId="{00000000-0000-0000-0000-000000000000}"/>
          </ac:picMkLst>
        </pc:picChg>
      </pc:sldChg>
      <pc:sldChg chg="addSp delSp modSp add mod setBg">
        <pc:chgData name="박효주" userId="S::hyoju42@kyonggi.ac.kr::5754f08e-4fae-4140-9037-fe70c38de0e4" providerId="AD" clId="Web-{00000000-0000-0000-0000-000000000000}" dt="2026-10-12T06:21:17.313" v="887" actId="20577"/>
        <pc:sldMkLst>
          <pc:docMk/>
          <pc:sldMk cId="0" sldId="259"/>
        </pc:sldMkLst>
        <pc:spChg chg="mod">
          <ac:chgData name="박효주" userId="S::hyoju42@kyonggi.ac.kr::5754f08e-4fae-4140-9037-fe70c38de0e4" providerId="AD" clId="Web-{00000000-0000-0000-0000-000000000000}" dt="2026-10-12T06:21:17.313" v="887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4:10.732" v="243" actId="20577"/>
          <ac:spMkLst>
            <pc:docMk/>
            <pc:sldMk cId="0" sldId="259"/>
            <ac:spMk id="8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5:17:49.022" v="336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069" v="33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147" v="339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256" v="342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303" v="343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412" v="346" actId="107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17:49.459" v="347" actId="1076"/>
          <ac:spMkLst>
            <pc:docMk/>
            <pc:sldMk cId="0" sldId="259"/>
            <ac:spMk id="24" creationId="{00000000-0000-0000-0000-000000000000}"/>
          </ac:spMkLst>
        </pc:spChg>
        <pc:picChg chg="mod">
          <ac:chgData name="박효주" userId="S::hyoju42@kyonggi.ac.kr::5754f08e-4fae-4140-9037-fe70c38de0e4" providerId="AD" clId="Web-{00000000-0000-0000-0000-000000000000}" dt="2026-10-12T05:17:48.991" v="335" actId="1076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116" v="338" actId="1076"/>
          <ac:picMkLst>
            <pc:docMk/>
            <pc:sldMk cId="0" sldId="259"/>
            <ac:picMk id="15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178" v="340" actId="1076"/>
          <ac:picMkLst>
            <pc:docMk/>
            <pc:sldMk cId="0" sldId="259"/>
            <ac:picMk id="17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225" v="341" actId="1076"/>
          <ac:picMkLst>
            <pc:docMk/>
            <pc:sldMk cId="0" sldId="259"/>
            <ac:picMk id="18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350" v="344" actId="1076"/>
          <ac:picMkLst>
            <pc:docMk/>
            <pc:sldMk cId="0" sldId="259"/>
            <ac:picMk id="21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381" v="345" actId="1076"/>
          <ac:picMkLst>
            <pc:docMk/>
            <pc:sldMk cId="0" sldId="259"/>
            <ac:picMk id="22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5:17:49.506" v="348" actId="1076"/>
          <ac:picMkLst>
            <pc:docMk/>
            <pc:sldMk cId="0" sldId="259"/>
            <ac:picMk id="25" creationId="{00000000-0000-0000-0000-000000000000}"/>
          </ac:picMkLst>
        </pc:picChg>
      </pc:sldChg>
      <pc:sldChg chg="delSp add">
        <pc:chgData name="박효주" userId="S::hyoju42@kyonggi.ac.kr::5754f08e-4fae-4140-9037-fe70c38de0e4" providerId="AD" clId="Web-{00000000-0000-0000-0000-000000000000}" dt="2026-10-12T03:56:22.803" v="18"/>
        <pc:sldMkLst>
          <pc:docMk/>
          <pc:sldMk cId="0" sldId="263"/>
        </pc:sldMkLst>
        <pc:picChg chg="del">
          <ac:chgData name="박효주" userId="S::hyoju42@kyonggi.ac.kr::5754f08e-4fae-4140-9037-fe70c38de0e4" providerId="AD" clId="Web-{00000000-0000-0000-0000-000000000000}" dt="2026-10-12T03:50:44.705" v="1"/>
          <ac:picMkLst>
            <pc:docMk/>
            <pc:sldMk cId="0" sldId="263"/>
            <ac:picMk id="3" creationId="{00000000-0000-0000-0000-000000000000}"/>
          </ac:picMkLst>
        </pc:picChg>
      </pc:sldChg>
      <pc:sldChg chg="delSp">
        <pc:chgData name="박효주" userId="S::hyoju42@kyonggi.ac.kr::5754f08e-4fae-4140-9037-fe70c38de0e4" providerId="AD" clId="Web-{00000000-0000-0000-0000-000000000000}" dt="2026-10-12T03:51:09.238" v="8"/>
        <pc:sldMkLst>
          <pc:docMk/>
          <pc:sldMk cId="0" sldId="264"/>
        </pc:sldMkLst>
        <pc:picChg chg="del">
          <ac:chgData name="박효주" userId="S::hyoju42@kyonggi.ac.kr::5754f08e-4fae-4140-9037-fe70c38de0e4" providerId="AD" clId="Web-{00000000-0000-0000-0000-000000000000}" dt="2026-10-12T03:51:09.238" v="8"/>
          <ac:picMkLst>
            <pc:docMk/>
            <pc:sldMk cId="0" sldId="264"/>
            <ac:picMk id="3" creationId="{00000000-0000-0000-0000-000000000000}"/>
          </ac:picMkLst>
        </pc:picChg>
      </pc:sldChg>
      <pc:sldChg chg="addSp delSp modSp">
        <pc:chgData name="박효주" userId="S::hyoju42@kyonggi.ac.kr::5754f08e-4fae-4140-9037-fe70c38de0e4" providerId="AD" clId="Web-{00000000-0000-0000-0000-000000000000}" dt="2026-10-12T08:23:16.180" v="932" actId="1076"/>
        <pc:sldMkLst>
          <pc:docMk/>
          <pc:sldMk cId="0" sldId="265"/>
        </pc:sldMkLst>
        <pc:spChg chg="mod">
          <ac:chgData name="박효주" userId="S::hyoju42@kyonggi.ac.kr::5754f08e-4fae-4140-9037-fe70c38de0e4" providerId="AD" clId="Web-{00000000-0000-0000-0000-000000000000}" dt="2026-10-12T05:20:53.482" v="39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8:22:27.569" v="926" actId="14100"/>
          <ac:spMkLst>
            <pc:docMk/>
            <pc:sldMk cId="0" sldId="265"/>
            <ac:spMk id="29" creationId="{00000000-0000-0000-0000-000000000000}"/>
          </ac:spMkLst>
        </pc:spChg>
        <pc:picChg chg="del">
          <ac:chgData name="박효주" userId="S::hyoju42@kyonggi.ac.kr::5754f08e-4fae-4140-9037-fe70c38de0e4" providerId="AD" clId="Web-{00000000-0000-0000-0000-000000000000}" dt="2026-10-12T03:51:03.347" v="6"/>
          <ac:picMkLst>
            <pc:docMk/>
            <pc:sldMk cId="0" sldId="265"/>
            <ac:picMk id="3" creationId="{00000000-0000-0000-0000-000000000000}"/>
          </ac:picMkLst>
        </pc:picChg>
        <pc:picChg chg="add mod">
          <ac:chgData name="박효주" userId="S::hyoju42@kyonggi.ac.kr::5754f08e-4fae-4140-9037-fe70c38de0e4" providerId="AD" clId="Web-{00000000-0000-0000-0000-000000000000}" dt="2026-10-12T08:22:31.522" v="927" actId="1076"/>
          <ac:picMkLst>
            <pc:docMk/>
            <pc:sldMk cId="0" sldId="265"/>
            <ac:picMk id="3" creationId="{ED872BD9-5F70-33DC-9FB5-525378E8FCD4}"/>
          </ac:picMkLst>
        </pc:picChg>
        <pc:picChg chg="add mod">
          <ac:chgData name="박효주" userId="S::hyoju42@kyonggi.ac.kr::5754f08e-4fae-4140-9037-fe70c38de0e4" providerId="AD" clId="Web-{00000000-0000-0000-0000-000000000000}" dt="2026-10-12T08:22:44.867" v="929" actId="1076"/>
          <ac:picMkLst>
            <pc:docMk/>
            <pc:sldMk cId="0" sldId="265"/>
            <ac:picMk id="25" creationId="{B37BF063-EA8F-049B-71F5-5A114ED7E0ED}"/>
          </ac:picMkLst>
        </pc:picChg>
        <pc:picChg chg="mod">
          <ac:chgData name="박효주" userId="S::hyoju42@kyonggi.ac.kr::5754f08e-4fae-4140-9037-fe70c38de0e4" providerId="AD" clId="Web-{00000000-0000-0000-0000-000000000000}" dt="2026-10-12T08:22:40.507" v="928" actId="1076"/>
          <ac:picMkLst>
            <pc:docMk/>
            <pc:sldMk cId="0" sldId="265"/>
            <ac:picMk id="30" creationId="{F4508AF1-E432-E9FF-86CB-9C9644908D6C}"/>
          </ac:picMkLst>
        </pc:picChg>
        <pc:picChg chg="add mod">
          <ac:chgData name="박효주" userId="S::hyoju42@kyonggi.ac.kr::5754f08e-4fae-4140-9037-fe70c38de0e4" providerId="AD" clId="Web-{00000000-0000-0000-0000-000000000000}" dt="2026-10-12T08:23:16.180" v="932" actId="1076"/>
          <ac:picMkLst>
            <pc:docMk/>
            <pc:sldMk cId="0" sldId="265"/>
            <ac:picMk id="31" creationId="{7F93CA73-C24E-C593-0222-B6639BADA2E2}"/>
          </ac:picMkLst>
        </pc:picChg>
      </pc:sldChg>
      <pc:sldChg chg="delSp modSp">
        <pc:chgData name="박효주" userId="S::hyoju42@kyonggi.ac.kr::5754f08e-4fae-4140-9037-fe70c38de0e4" providerId="AD" clId="Web-{00000000-0000-0000-0000-000000000000}" dt="2026-10-12T06:22:05.846" v="920" actId="1076"/>
        <pc:sldMkLst>
          <pc:docMk/>
          <pc:sldMk cId="0" sldId="266"/>
        </pc:sldMkLst>
        <pc:spChg chg="mod">
          <ac:chgData name="박효주" userId="S::hyoju42@kyonggi.ac.kr::5754f08e-4fae-4140-9037-fe70c38de0e4" providerId="AD" clId="Web-{00000000-0000-0000-0000-000000000000}" dt="2026-10-12T06:21:55.705" v="90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4.862" v="906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174" v="911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315" v="913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440" v="915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502" v="916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565" v="917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705" v="918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4.924" v="907" actId="1076"/>
          <ac:spMkLst>
            <pc:docMk/>
            <pc:sldMk cId="0" sldId="266"/>
            <ac:spMk id="27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002" v="908" actId="1076"/>
          <ac:spMkLst>
            <pc:docMk/>
            <pc:sldMk cId="0" sldId="266"/>
            <ac:spMk id="28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6:22:05.065" v="909" actId="1076"/>
          <ac:spMkLst>
            <pc:docMk/>
            <pc:sldMk cId="0" sldId="266"/>
            <ac:spMk id="29" creationId="{00000000-0000-0000-0000-000000000000}"/>
          </ac:spMkLst>
        </pc:spChg>
        <pc:picChg chg="mod">
          <ac:chgData name="박효주" userId="S::hyoju42@kyonggi.ac.kr::5754f08e-4fae-4140-9037-fe70c38de0e4" providerId="AD" clId="Web-{00000000-0000-0000-0000-000000000000}" dt="2026-10-12T06:22:04.752" v="904" actId="1076"/>
          <ac:picMkLst>
            <pc:docMk/>
            <pc:sldMk cId="0" sldId="266"/>
            <ac:picMk id="2" creationId="{00000000-0000-0000-0000-000000000000}"/>
          </ac:picMkLst>
        </pc:picChg>
        <pc:picChg chg="del">
          <ac:chgData name="박효주" userId="S::hyoju42@kyonggi.ac.kr::5754f08e-4fae-4140-9037-fe70c38de0e4" providerId="AD" clId="Web-{00000000-0000-0000-0000-000000000000}" dt="2026-10-12T03:50:59.238" v="5"/>
          <ac:picMkLst>
            <pc:docMk/>
            <pc:sldMk cId="0" sldId="266"/>
            <ac:picMk id="3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4.799" v="905" actId="1076"/>
          <ac:picMkLst>
            <pc:docMk/>
            <pc:sldMk cId="0" sldId="266"/>
            <ac:picMk id="7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5.112" v="910" actId="1076"/>
          <ac:picMkLst>
            <pc:docMk/>
            <pc:sldMk cId="0" sldId="266"/>
            <ac:picMk id="16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5.237" v="912" actId="1076"/>
          <ac:picMkLst>
            <pc:docMk/>
            <pc:sldMk cId="0" sldId="266"/>
            <ac:picMk id="18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5.377" v="914" actId="1076"/>
          <ac:picMkLst>
            <pc:docMk/>
            <pc:sldMk cId="0" sldId="266"/>
            <ac:picMk id="20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5.768" v="919" actId="1076"/>
          <ac:picMkLst>
            <pc:docMk/>
            <pc:sldMk cId="0" sldId="266"/>
            <ac:picMk id="25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6:22:05.846" v="920" actId="1076"/>
          <ac:picMkLst>
            <pc:docMk/>
            <pc:sldMk cId="0" sldId="266"/>
            <ac:picMk id="26" creationId="{00000000-0000-0000-0000-000000000000}"/>
          </ac:picMkLst>
        </pc:picChg>
      </pc:sldChg>
      <pc:sldChg chg="delSp">
        <pc:chgData name="박효주" userId="S::hyoju42@kyonggi.ac.kr::5754f08e-4fae-4140-9037-fe70c38de0e4" providerId="AD" clId="Web-{00000000-0000-0000-0000-000000000000}" dt="2026-10-12T03:51:42.490" v="15"/>
        <pc:sldMkLst>
          <pc:docMk/>
          <pc:sldMk cId="0" sldId="267"/>
        </pc:sldMkLst>
        <pc:picChg chg="del">
          <ac:chgData name="박효주" userId="S::hyoju42@kyonggi.ac.kr::5754f08e-4fae-4140-9037-fe70c38de0e4" providerId="AD" clId="Web-{00000000-0000-0000-0000-000000000000}" dt="2026-10-12T03:51:42.490" v="15"/>
          <ac:picMkLst>
            <pc:docMk/>
            <pc:sldMk cId="0" sldId="267"/>
            <ac:picMk id="3" creationId="{00000000-0000-0000-0000-000000000000}"/>
          </ac:picMkLst>
        </pc:picChg>
      </pc:sldChg>
      <pc:sldChg chg="addSp delSp modSp add">
        <pc:chgData name="박효주" userId="S::hyoju42@kyonggi.ac.kr::5754f08e-4fae-4140-9037-fe70c38de0e4" providerId="AD" clId="Web-{00000000-0000-0000-0000-000000000000}" dt="2026-10-12T06:17:50.899" v="836" actId="14100"/>
        <pc:sldMkLst>
          <pc:docMk/>
          <pc:sldMk cId="0" sldId="270"/>
        </pc:sldMkLst>
        <pc:spChg chg="mod">
          <ac:chgData name="박효주" userId="S::hyoju42@kyonggi.ac.kr::5754f08e-4fae-4140-9037-fe70c38de0e4" providerId="AD" clId="Web-{00000000-0000-0000-0000-000000000000}" dt="2026-10-12T06:17:50.899" v="836" actId="14100"/>
          <ac:spMkLst>
            <pc:docMk/>
            <pc:sldMk cId="0" sldId="270"/>
            <ac:spMk id="9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5:37:56.694" v="685" actId="20577"/>
          <ac:spMkLst>
            <pc:docMk/>
            <pc:sldMk cId="0" sldId="270"/>
            <ac:spMk id="10" creationId="{00000000-0000-0000-0000-000000000000}"/>
          </ac:spMkLst>
        </pc:spChg>
      </pc:sldChg>
      <pc:sldChg chg="delSp del">
        <pc:chgData name="박효주" userId="S::hyoju42@kyonggi.ac.kr::5754f08e-4fae-4140-9037-fe70c38de0e4" providerId="AD" clId="Web-{00000000-0000-0000-0000-000000000000}" dt="2026-10-12T05:17:59.257" v="349"/>
        <pc:sldMkLst>
          <pc:docMk/>
          <pc:sldMk cId="0" sldId="271"/>
        </pc:sldMkLst>
        <pc:picChg chg="del">
          <ac:chgData name="박효주" userId="S::hyoju42@kyonggi.ac.kr::5754f08e-4fae-4140-9037-fe70c38de0e4" providerId="AD" clId="Web-{00000000-0000-0000-0000-000000000000}" dt="2026-10-12T03:50:55.550" v="4"/>
          <ac:picMkLst>
            <pc:docMk/>
            <pc:sldMk cId="0" sldId="271"/>
            <ac:picMk id="3" creationId="{00000000-0000-0000-0000-000000000000}"/>
          </ac:picMkLst>
        </pc:picChg>
      </pc:sldChg>
      <pc:sldChg chg="addSp delSp modSp del">
        <pc:chgData name="박효주" userId="S::hyoju42@kyonggi.ac.kr::5754f08e-4fae-4140-9037-fe70c38de0e4" providerId="AD" clId="Web-{00000000-0000-0000-0000-000000000000}" dt="2026-10-12T04:16:34.199" v="201"/>
        <pc:sldMkLst>
          <pc:docMk/>
          <pc:sldMk cId="0" sldId="272"/>
        </pc:sldMkLst>
        <pc:spChg chg="mod">
          <ac:chgData name="박효주" userId="S::hyoju42@kyonggi.ac.kr::5754f08e-4fae-4140-9037-fe70c38de0e4" providerId="AD" clId="Web-{00000000-0000-0000-0000-000000000000}" dt="2026-10-12T04:07:08.853" v="48" actId="20577"/>
          <ac:spMkLst>
            <pc:docMk/>
            <pc:sldMk cId="0" sldId="272"/>
            <ac:spMk id="8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63"/>
          <ac:spMkLst>
            <pc:docMk/>
            <pc:sldMk cId="0" sldId="272"/>
            <ac:spMk id="15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65"/>
          <ac:spMkLst>
            <pc:docMk/>
            <pc:sldMk cId="0" sldId="272"/>
            <ac:spMk id="17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69"/>
          <ac:spMkLst>
            <pc:docMk/>
            <pc:sldMk cId="0" sldId="272"/>
            <ac:spMk id="21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71"/>
          <ac:spMkLst>
            <pc:docMk/>
            <pc:sldMk cId="0" sldId="272"/>
            <ac:spMk id="23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75"/>
          <ac:spMkLst>
            <pc:docMk/>
            <pc:sldMk cId="0" sldId="272"/>
            <ac:spMk id="27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77"/>
          <ac:spMkLst>
            <pc:docMk/>
            <pc:sldMk cId="0" sldId="272"/>
            <ac:spMk id="29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81"/>
          <ac:spMkLst>
            <pc:docMk/>
            <pc:sldMk cId="0" sldId="272"/>
            <ac:spMk id="33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83"/>
          <ac:spMkLst>
            <pc:docMk/>
            <pc:sldMk cId="0" sldId="272"/>
            <ac:spMk id="35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88"/>
          <ac:spMkLst>
            <pc:docMk/>
            <pc:sldMk cId="0" sldId="272"/>
            <ac:spMk id="40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89"/>
          <ac:spMkLst>
            <pc:docMk/>
            <pc:sldMk cId="0" sldId="272"/>
            <ac:spMk id="41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90"/>
          <ac:spMkLst>
            <pc:docMk/>
            <pc:sldMk cId="0" sldId="272"/>
            <ac:spMk id="42" creationId="{00000000-0000-0000-0000-000000000000}"/>
          </ac:spMkLst>
        </pc:spChg>
        <pc:spChg chg="add del mod">
          <ac:chgData name="박효주" userId="S::hyoju42@kyonggi.ac.kr::5754f08e-4fae-4140-9037-fe70c38de0e4" providerId="AD" clId="Web-{00000000-0000-0000-0000-000000000000}" dt="2026-10-12T04:14:05.722" v="191"/>
          <ac:spMkLst>
            <pc:docMk/>
            <pc:sldMk cId="0" sldId="272"/>
            <ac:spMk id="43" creationId="{00000000-0000-0000-0000-000000000000}"/>
          </ac:spMkLst>
        </pc:spChg>
        <pc:picChg chg="add del mod">
          <ac:chgData name="박효주" userId="S::hyoju42@kyonggi.ac.kr::5754f08e-4fae-4140-9037-fe70c38de0e4" providerId="AD" clId="Web-{00000000-0000-0000-0000-000000000000}" dt="2026-10-12T04:14:03.769" v="160"/>
          <ac:picMkLst>
            <pc:docMk/>
            <pc:sldMk cId="0" sldId="272"/>
            <ac:picMk id="2" creationId="{2A9AC0A8-E63E-75D5-40F2-2343F1B6003D}"/>
          </ac:picMkLst>
        </pc:picChg>
        <pc:picChg chg="del">
          <ac:chgData name="박효주" userId="S::hyoju42@kyonggi.ac.kr::5754f08e-4fae-4140-9037-fe70c38de0e4" providerId="AD" clId="Web-{00000000-0000-0000-0000-000000000000}" dt="2026-10-12T03:51:30.817" v="12"/>
          <ac:picMkLst>
            <pc:docMk/>
            <pc:sldMk cId="0" sldId="272"/>
            <ac:picMk id="3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07" v="161"/>
          <ac:picMkLst>
            <pc:docMk/>
            <pc:sldMk cId="0" sldId="272"/>
            <ac:picMk id="13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62"/>
          <ac:picMkLst>
            <pc:docMk/>
            <pc:sldMk cId="0" sldId="272"/>
            <ac:picMk id="14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64"/>
          <ac:picMkLst>
            <pc:docMk/>
            <pc:sldMk cId="0" sldId="272"/>
            <ac:picMk id="16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66"/>
          <ac:picMkLst>
            <pc:docMk/>
            <pc:sldMk cId="0" sldId="272"/>
            <ac:picMk id="18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67"/>
          <ac:picMkLst>
            <pc:docMk/>
            <pc:sldMk cId="0" sldId="272"/>
            <ac:picMk id="19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68"/>
          <ac:picMkLst>
            <pc:docMk/>
            <pc:sldMk cId="0" sldId="272"/>
            <ac:picMk id="20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0"/>
          <ac:picMkLst>
            <pc:docMk/>
            <pc:sldMk cId="0" sldId="272"/>
            <ac:picMk id="22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2"/>
          <ac:picMkLst>
            <pc:docMk/>
            <pc:sldMk cId="0" sldId="272"/>
            <ac:picMk id="24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3"/>
          <ac:picMkLst>
            <pc:docMk/>
            <pc:sldMk cId="0" sldId="272"/>
            <ac:picMk id="25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4"/>
          <ac:picMkLst>
            <pc:docMk/>
            <pc:sldMk cId="0" sldId="272"/>
            <ac:picMk id="26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6"/>
          <ac:picMkLst>
            <pc:docMk/>
            <pc:sldMk cId="0" sldId="272"/>
            <ac:picMk id="28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8"/>
          <ac:picMkLst>
            <pc:docMk/>
            <pc:sldMk cId="0" sldId="272"/>
            <ac:picMk id="30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79"/>
          <ac:picMkLst>
            <pc:docMk/>
            <pc:sldMk cId="0" sldId="272"/>
            <ac:picMk id="31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0"/>
          <ac:picMkLst>
            <pc:docMk/>
            <pc:sldMk cId="0" sldId="272"/>
            <ac:picMk id="32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2"/>
          <ac:picMkLst>
            <pc:docMk/>
            <pc:sldMk cId="0" sldId="272"/>
            <ac:picMk id="34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4"/>
          <ac:picMkLst>
            <pc:docMk/>
            <pc:sldMk cId="0" sldId="272"/>
            <ac:picMk id="36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5"/>
          <ac:picMkLst>
            <pc:docMk/>
            <pc:sldMk cId="0" sldId="272"/>
            <ac:picMk id="37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6"/>
          <ac:picMkLst>
            <pc:docMk/>
            <pc:sldMk cId="0" sldId="272"/>
            <ac:picMk id="38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87"/>
          <ac:picMkLst>
            <pc:docMk/>
            <pc:sldMk cId="0" sldId="272"/>
            <ac:picMk id="39" creationId="{00000000-0000-0000-0000-000000000000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92"/>
          <ac:picMkLst>
            <pc:docMk/>
            <pc:sldMk cId="0" sldId="272"/>
            <ac:picMk id="44" creationId="{2B75ACE3-BE00-555B-23D4-72C614D6389A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93"/>
          <ac:picMkLst>
            <pc:docMk/>
            <pc:sldMk cId="0" sldId="272"/>
            <ac:picMk id="45" creationId="{1A0F711F-FAFD-F0A2-FDEA-724D338A09F4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94"/>
          <ac:picMkLst>
            <pc:docMk/>
            <pc:sldMk cId="0" sldId="272"/>
            <ac:picMk id="46" creationId="{46037D5D-8F43-5138-0555-0F83B2E62F58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05.722" v="195"/>
          <ac:picMkLst>
            <pc:docMk/>
            <pc:sldMk cId="0" sldId="272"/>
            <ac:picMk id="47" creationId="{5F6840A8-C961-A56B-70FE-8CC916674D15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4:14:59.866" v="198"/>
          <ac:picMkLst>
            <pc:docMk/>
            <pc:sldMk cId="0" sldId="272"/>
            <ac:picMk id="49" creationId="{BA234A14-590D-C60D-D2C6-46F1D67D617A}"/>
          </ac:picMkLst>
        </pc:picChg>
      </pc:sldChg>
      <pc:sldChg chg="del">
        <pc:chgData name="박효주" userId="S::hyoju42@kyonggi.ac.kr::5754f08e-4fae-4140-9037-fe70c38de0e4" providerId="AD" clId="Web-{00000000-0000-0000-0000-000000000000}" dt="2026-10-12T07:53:32.397" v="921"/>
        <pc:sldMkLst>
          <pc:docMk/>
          <pc:sldMk cId="0" sldId="274"/>
        </pc:sldMkLst>
      </pc:sldChg>
      <pc:sldChg chg="delSp">
        <pc:chgData name="박효주" userId="S::hyoju42@kyonggi.ac.kr::5754f08e-4fae-4140-9037-fe70c38de0e4" providerId="AD" clId="Web-{00000000-0000-0000-0000-000000000000}" dt="2026-10-12T03:51:53.725" v="17"/>
        <pc:sldMkLst>
          <pc:docMk/>
          <pc:sldMk cId="0" sldId="278"/>
        </pc:sldMkLst>
        <pc:picChg chg="del">
          <ac:chgData name="박효주" userId="S::hyoju42@kyonggi.ac.kr::5754f08e-4fae-4140-9037-fe70c38de0e4" providerId="AD" clId="Web-{00000000-0000-0000-0000-000000000000}" dt="2026-10-12T03:51:53.725" v="17"/>
          <ac:picMkLst>
            <pc:docMk/>
            <pc:sldMk cId="0" sldId="278"/>
            <ac:picMk id="3" creationId="{00000000-0000-0000-0000-000000000000}"/>
          </ac:picMkLst>
        </pc:picChg>
      </pc:sldChg>
      <pc:sldChg chg="delSp">
        <pc:chgData name="박효주" userId="S::hyoju42@kyonggi.ac.kr::5754f08e-4fae-4140-9037-fe70c38de0e4" providerId="AD" clId="Web-{00000000-0000-0000-0000-000000000000}" dt="2026-10-12T03:51:06.691" v="7"/>
        <pc:sldMkLst>
          <pc:docMk/>
          <pc:sldMk cId="0" sldId="279"/>
        </pc:sldMkLst>
        <pc:picChg chg="del">
          <ac:chgData name="박효주" userId="S::hyoju42@kyonggi.ac.kr::5754f08e-4fae-4140-9037-fe70c38de0e4" providerId="AD" clId="Web-{00000000-0000-0000-0000-000000000000}" dt="2026-10-12T03:51:06.691" v="7"/>
          <ac:picMkLst>
            <pc:docMk/>
            <pc:sldMk cId="0" sldId="279"/>
            <ac:picMk id="3" creationId="{00000000-0000-0000-0000-000000000000}"/>
          </ac:picMkLst>
        </pc:picChg>
      </pc:sldChg>
      <pc:sldChg chg="delSp">
        <pc:chgData name="박효주" userId="S::hyoju42@kyonggi.ac.kr::5754f08e-4fae-4140-9037-fe70c38de0e4" providerId="AD" clId="Web-{00000000-0000-0000-0000-000000000000}" dt="2026-10-12T03:51:25.254" v="11"/>
        <pc:sldMkLst>
          <pc:docMk/>
          <pc:sldMk cId="0" sldId="282"/>
        </pc:sldMkLst>
        <pc:picChg chg="del">
          <ac:chgData name="박효주" userId="S::hyoju42@kyonggi.ac.kr::5754f08e-4fae-4140-9037-fe70c38de0e4" providerId="AD" clId="Web-{00000000-0000-0000-0000-000000000000}" dt="2026-10-12T03:51:25.254" v="11"/>
          <ac:picMkLst>
            <pc:docMk/>
            <pc:sldMk cId="0" sldId="282"/>
            <ac:picMk id="3" creationId="{00000000-0000-0000-0000-000000000000}"/>
          </ac:picMkLst>
        </pc:picChg>
      </pc:sldChg>
      <pc:sldChg chg="modSp">
        <pc:chgData name="박효주" userId="S::hyoju42@kyonggi.ac.kr::5754f08e-4fae-4140-9037-fe70c38de0e4" providerId="AD" clId="Web-{00000000-0000-0000-0000-000000000000}" dt="2026-10-12T05:27:04.075" v="656" actId="1076"/>
        <pc:sldMkLst>
          <pc:docMk/>
          <pc:sldMk cId="1229656876" sldId="283"/>
        </pc:sldMkLst>
        <pc:spChg chg="mod">
          <ac:chgData name="박효주" userId="S::hyoju42@kyonggi.ac.kr::5754f08e-4fae-4140-9037-fe70c38de0e4" providerId="AD" clId="Web-{00000000-0000-0000-0000-000000000000}" dt="2026-10-12T05:27:04.075" v="656" actId="1076"/>
          <ac:spMkLst>
            <pc:docMk/>
            <pc:sldMk cId="1229656876" sldId="283"/>
            <ac:spMk id="42" creationId="{08E2F1B6-4F48-858D-3C92-AB54F86D686B}"/>
          </ac:spMkLst>
        </pc:spChg>
      </pc:sldChg>
      <pc:sldChg chg="delSp">
        <pc:chgData name="박효주" userId="S::hyoju42@kyonggi.ac.kr::5754f08e-4fae-4140-9037-fe70c38de0e4" providerId="AD" clId="Web-{00000000-0000-0000-0000-000000000000}" dt="2026-10-12T03:51:19.661" v="9"/>
        <pc:sldMkLst>
          <pc:docMk/>
          <pc:sldMk cId="3376244848" sldId="284"/>
        </pc:sldMkLst>
        <pc:picChg chg="del">
          <ac:chgData name="박효주" userId="S::hyoju42@kyonggi.ac.kr::5754f08e-4fae-4140-9037-fe70c38de0e4" providerId="AD" clId="Web-{00000000-0000-0000-0000-000000000000}" dt="2026-10-12T03:51:19.661" v="9"/>
          <ac:picMkLst>
            <pc:docMk/>
            <pc:sldMk cId="3376244848" sldId="284"/>
            <ac:picMk id="3" creationId="{79549A7C-B714-AD24-A3E2-66C38E8B32D3}"/>
          </ac:picMkLst>
        </pc:picChg>
      </pc:sldChg>
      <pc:sldChg chg="delSp del">
        <pc:chgData name="박효주" userId="S::hyoju42@kyonggi.ac.kr::5754f08e-4fae-4140-9037-fe70c38de0e4" providerId="AD" clId="Web-{00000000-0000-0000-0000-000000000000}" dt="2026-10-12T04:05:11.317" v="21"/>
        <pc:sldMkLst>
          <pc:docMk/>
          <pc:sldMk cId="4004317739" sldId="286"/>
        </pc:sldMkLst>
        <pc:picChg chg="del">
          <ac:chgData name="박효주" userId="S::hyoju42@kyonggi.ac.kr::5754f08e-4fae-4140-9037-fe70c38de0e4" providerId="AD" clId="Web-{00000000-0000-0000-0000-000000000000}" dt="2026-10-12T03:51:24.645" v="10"/>
          <ac:picMkLst>
            <pc:docMk/>
            <pc:sldMk cId="4004317739" sldId="286"/>
            <ac:picMk id="3" creationId="{2E235C26-7131-8365-4F16-65A0223AEDF9}"/>
          </ac:picMkLst>
        </pc:picChg>
      </pc:sldChg>
      <pc:sldChg chg="addSp delSp modSp">
        <pc:chgData name="박효주" userId="S::hyoju42@kyonggi.ac.kr::5754f08e-4fae-4140-9037-fe70c38de0e4" providerId="AD" clId="Web-{00000000-0000-0000-0000-000000000000}" dt="2026-10-12T06:17:33.601" v="830" actId="20577"/>
        <pc:sldMkLst>
          <pc:docMk/>
          <pc:sldMk cId="3520736088" sldId="287"/>
        </pc:sldMkLst>
        <pc:spChg chg="mod">
          <ac:chgData name="박효주" userId="S::hyoju42@kyonggi.ac.kr::5754f08e-4fae-4140-9037-fe70c38de0e4" providerId="AD" clId="Web-{00000000-0000-0000-0000-000000000000}" dt="2026-10-12T06:17:33.601" v="830" actId="20577"/>
          <ac:spMkLst>
            <pc:docMk/>
            <pc:sldMk cId="3520736088" sldId="287"/>
            <ac:spMk id="13" creationId="{6C0034FA-BFF4-ECF8-950F-555100722DE9}"/>
          </ac:spMkLst>
        </pc:spChg>
        <pc:spChg chg="del mod">
          <ac:chgData name="박효주" userId="S::hyoju42@kyonggi.ac.kr::5754f08e-4fae-4140-9037-fe70c38de0e4" providerId="AD" clId="Web-{00000000-0000-0000-0000-000000000000}" dt="2026-10-12T05:52:06.306" v="706"/>
          <ac:spMkLst>
            <pc:docMk/>
            <pc:sldMk cId="3520736088" sldId="287"/>
            <ac:spMk id="14" creationId="{1F102D50-B1B7-63C0-1ED0-09CB7B3CABE3}"/>
          </ac:spMkLst>
        </pc:spChg>
        <pc:spChg chg="mod">
          <ac:chgData name="박효주" userId="S::hyoju42@kyonggi.ac.kr::5754f08e-4fae-4140-9037-fe70c38de0e4" providerId="AD" clId="Web-{00000000-0000-0000-0000-000000000000}" dt="2026-10-12T05:53:42.076" v="731" actId="20577"/>
          <ac:spMkLst>
            <pc:docMk/>
            <pc:sldMk cId="3520736088" sldId="287"/>
            <ac:spMk id="17" creationId="{1C0B6332-BF2B-82A9-CACC-F4225C4DFEF6}"/>
          </ac:spMkLst>
        </pc:spChg>
        <pc:spChg chg="mod">
          <ac:chgData name="박효주" userId="S::hyoju42@kyonggi.ac.kr::5754f08e-4fae-4140-9037-fe70c38de0e4" providerId="AD" clId="Web-{00000000-0000-0000-0000-000000000000}" dt="2026-10-12T05:53:02.371" v="721" actId="20577"/>
          <ac:spMkLst>
            <pc:docMk/>
            <pc:sldMk cId="3520736088" sldId="287"/>
            <ac:spMk id="18" creationId="{40903ACF-60A1-A4B0-8D52-EF13B5086EFB}"/>
          </ac:spMkLst>
        </pc:spChg>
        <pc:spChg chg="mod">
          <ac:chgData name="박효주" userId="S::hyoju42@kyonggi.ac.kr::5754f08e-4fae-4140-9037-fe70c38de0e4" providerId="AD" clId="Web-{00000000-0000-0000-0000-000000000000}" dt="2026-10-12T05:54:11.639" v="751" actId="20577"/>
          <ac:spMkLst>
            <pc:docMk/>
            <pc:sldMk cId="3520736088" sldId="287"/>
            <ac:spMk id="20" creationId="{7FDBCC8D-20DE-5D9E-CC3A-49D1A3F5F78B}"/>
          </ac:spMkLst>
        </pc:spChg>
        <pc:spChg chg="mod">
          <ac:chgData name="박효주" userId="S::hyoju42@kyonggi.ac.kr::5754f08e-4fae-4140-9037-fe70c38de0e4" providerId="AD" clId="Web-{00000000-0000-0000-0000-000000000000}" dt="2026-10-12T05:53:55.154" v="741" actId="20577"/>
          <ac:spMkLst>
            <pc:docMk/>
            <pc:sldMk cId="3520736088" sldId="287"/>
            <ac:spMk id="21" creationId="{35FE114E-4EBC-DE5A-F4D8-EF95B6BC022D}"/>
          </ac:spMkLst>
        </pc:spChg>
        <pc:spChg chg="mod">
          <ac:chgData name="박효주" userId="S::hyoju42@kyonggi.ac.kr::5754f08e-4fae-4140-9037-fe70c38de0e4" providerId="AD" clId="Web-{00000000-0000-0000-0000-000000000000}" dt="2026-10-12T05:55:40.643" v="785" actId="20577"/>
          <ac:spMkLst>
            <pc:docMk/>
            <pc:sldMk cId="3520736088" sldId="287"/>
            <ac:spMk id="24" creationId="{843285AF-074F-B22E-C5FA-0EF62AC4D145}"/>
          </ac:spMkLst>
        </pc:spChg>
        <pc:spChg chg="mod">
          <ac:chgData name="박효주" userId="S::hyoju42@kyonggi.ac.kr::5754f08e-4fae-4140-9037-fe70c38de0e4" providerId="AD" clId="Web-{00000000-0000-0000-0000-000000000000}" dt="2026-10-12T05:55:11.423" v="775" actId="20577"/>
          <ac:spMkLst>
            <pc:docMk/>
            <pc:sldMk cId="3520736088" sldId="287"/>
            <ac:spMk id="27" creationId="{99F7AF7F-9BF3-7533-04BE-8D5E71B8BD0F}"/>
          </ac:spMkLst>
        </pc:spChg>
        <pc:spChg chg="mod">
          <ac:chgData name="박효주" userId="S::hyoju42@kyonggi.ac.kr::5754f08e-4fae-4140-9037-fe70c38de0e4" providerId="AD" clId="Web-{00000000-0000-0000-0000-000000000000}" dt="2026-10-12T05:56:02.597" v="798" actId="20577"/>
          <ac:spMkLst>
            <pc:docMk/>
            <pc:sldMk cId="3520736088" sldId="287"/>
            <ac:spMk id="29" creationId="{67479AF1-E6CF-B65F-C8D7-5A465F1FF583}"/>
          </ac:spMkLst>
        </pc:spChg>
        <pc:spChg chg="mod">
          <ac:chgData name="박효주" userId="S::hyoju42@kyonggi.ac.kr::5754f08e-4fae-4140-9037-fe70c38de0e4" providerId="AD" clId="Web-{00000000-0000-0000-0000-000000000000}" dt="2026-10-12T05:56:29.520" v="820" actId="20577"/>
          <ac:spMkLst>
            <pc:docMk/>
            <pc:sldMk cId="3520736088" sldId="287"/>
            <ac:spMk id="30" creationId="{E0AEF392-88C0-25BE-E2A5-E30D8CCCC4CA}"/>
          </ac:spMkLst>
        </pc:spChg>
        <pc:spChg chg="add del mod">
          <ac:chgData name="박효주" userId="S::hyoju42@kyonggi.ac.kr::5754f08e-4fae-4140-9037-fe70c38de0e4" providerId="AD" clId="Web-{00000000-0000-0000-0000-000000000000}" dt="2026-10-12T06:14:41.110" v="821"/>
          <ac:spMkLst>
            <pc:docMk/>
            <pc:sldMk cId="3520736088" sldId="287"/>
            <ac:spMk id="31" creationId="{959A58E8-4B13-7E21-7C30-DA3342DED080}"/>
          </ac:spMkLst>
        </pc:spChg>
        <pc:picChg chg="del">
          <ac:chgData name="박효주" userId="S::hyoju42@kyonggi.ac.kr::5754f08e-4fae-4140-9037-fe70c38de0e4" providerId="AD" clId="Web-{00000000-0000-0000-0000-000000000000}" dt="2026-10-12T03:51:34.005" v="13"/>
          <ac:picMkLst>
            <pc:docMk/>
            <pc:sldMk cId="3520736088" sldId="287"/>
            <ac:picMk id="3" creationId="{17B716BD-9CA8-A848-7EAF-3418111F48BF}"/>
          </ac:picMkLst>
        </pc:picChg>
        <pc:picChg chg="del">
          <ac:chgData name="박효주" userId="S::hyoju42@kyonggi.ac.kr::5754f08e-4fae-4140-9037-fe70c38de0e4" providerId="AD" clId="Web-{00000000-0000-0000-0000-000000000000}" dt="2026-10-12T05:51:47.915" v="703"/>
          <ac:picMkLst>
            <pc:docMk/>
            <pc:sldMk cId="3520736088" sldId="287"/>
            <ac:picMk id="6" creationId="{B649C968-5E39-2F9E-3473-716CF9DD6D12}"/>
          </ac:picMkLst>
        </pc:picChg>
        <pc:picChg chg="add del">
          <ac:chgData name="박효주" userId="S::hyoju42@kyonggi.ac.kr::5754f08e-4fae-4140-9037-fe70c38de0e4" providerId="AD" clId="Web-{00000000-0000-0000-0000-000000000000}" dt="2026-10-12T05:52:03.556" v="705"/>
          <ac:picMkLst>
            <pc:docMk/>
            <pc:sldMk cId="3520736088" sldId="287"/>
            <ac:picMk id="7" creationId="{514B0FAF-C586-E32E-8A38-C1F1250C1DF6}"/>
          </ac:picMkLst>
        </pc:picChg>
        <pc:picChg chg="add del">
          <ac:chgData name="박효주" userId="S::hyoju42@kyonggi.ac.kr::5754f08e-4fae-4140-9037-fe70c38de0e4" providerId="AD" clId="Web-{00000000-0000-0000-0000-000000000000}" dt="2026-10-12T06:14:41.110" v="822"/>
          <ac:picMkLst>
            <pc:docMk/>
            <pc:sldMk cId="3520736088" sldId="287"/>
            <ac:picMk id="26" creationId="{6A2A0DEF-DD91-1472-4267-43542A9BEA94}"/>
          </ac:picMkLst>
        </pc:picChg>
      </pc:sldChg>
      <pc:sldChg chg="delSp del">
        <pc:chgData name="박효주" userId="S::hyoju42@kyonggi.ac.kr::5754f08e-4fae-4140-9037-fe70c38de0e4" providerId="AD" clId="Web-{00000000-0000-0000-0000-000000000000}" dt="2026-10-12T05:51:37.742" v="702"/>
        <pc:sldMkLst>
          <pc:docMk/>
          <pc:sldMk cId="3656743028" sldId="288"/>
        </pc:sldMkLst>
        <pc:picChg chg="del">
          <ac:chgData name="박효주" userId="S::hyoju42@kyonggi.ac.kr::5754f08e-4fae-4140-9037-fe70c38de0e4" providerId="AD" clId="Web-{00000000-0000-0000-0000-000000000000}" dt="2026-10-12T03:51:38.286" v="14"/>
          <ac:picMkLst>
            <pc:docMk/>
            <pc:sldMk cId="3656743028" sldId="288"/>
            <ac:picMk id="3" creationId="{B94F19E1-FB78-54E9-F414-A222B1968CDD}"/>
          </ac:picMkLst>
        </pc:picChg>
      </pc:sldChg>
      <pc:sldChg chg="add">
        <pc:chgData name="박효주" userId="S::hyoju42@kyonggi.ac.kr::5754f08e-4fae-4140-9037-fe70c38de0e4" providerId="AD" clId="Web-{00000000-0000-0000-0000-000000000000}" dt="2026-10-12T03:50:30.502" v="0"/>
        <pc:sldMkLst>
          <pc:docMk/>
          <pc:sldMk cId="1381111821" sldId="289"/>
        </pc:sldMkLst>
      </pc:sldChg>
      <pc:sldChg chg="delSp">
        <pc:chgData name="박효주" userId="S::hyoju42@kyonggi.ac.kr::5754f08e-4fae-4140-9037-fe70c38de0e4" providerId="AD" clId="Web-{00000000-0000-0000-0000-000000000000}" dt="2026-10-12T03:51:48.037" v="16"/>
        <pc:sldMkLst>
          <pc:docMk/>
          <pc:sldMk cId="2583853916" sldId="290"/>
        </pc:sldMkLst>
        <pc:picChg chg="del">
          <ac:chgData name="박효주" userId="S::hyoju42@kyonggi.ac.kr::5754f08e-4fae-4140-9037-fe70c38de0e4" providerId="AD" clId="Web-{00000000-0000-0000-0000-000000000000}" dt="2026-10-12T03:51:48.037" v="16"/>
          <ac:picMkLst>
            <pc:docMk/>
            <pc:sldMk cId="2583853916" sldId="290"/>
            <ac:picMk id="3" creationId="{B0FB4B66-A468-4C8C-0801-15726C2CD4D1}"/>
          </ac:picMkLst>
        </pc:picChg>
      </pc:sldChg>
      <pc:sldChg chg="modSp add">
        <pc:chgData name="박효주" userId="S::hyoju42@kyonggi.ac.kr::5754f08e-4fae-4140-9037-fe70c38de0e4" providerId="AD" clId="Web-{00000000-0000-0000-0000-000000000000}" dt="2026-10-12T05:28:30.328" v="658" actId="20577"/>
        <pc:sldMkLst>
          <pc:docMk/>
          <pc:sldMk cId="849564943" sldId="291"/>
        </pc:sldMkLst>
        <pc:spChg chg="mod">
          <ac:chgData name="박효주" userId="S::hyoju42@kyonggi.ac.kr::5754f08e-4fae-4140-9037-fe70c38de0e4" providerId="AD" clId="Web-{00000000-0000-0000-0000-000000000000}" dt="2026-10-12T05:28:30.328" v="658" actId="20577"/>
          <ac:spMkLst>
            <pc:docMk/>
            <pc:sldMk cId="849564943" sldId="291"/>
            <ac:spMk id="38" creationId="{00000000-0000-0000-0000-000000000000}"/>
          </ac:spMkLst>
        </pc:spChg>
      </pc:sldChg>
      <pc:sldChg chg="add">
        <pc:chgData name="박효주" userId="S::hyoju42@kyonggi.ac.kr::5754f08e-4fae-4140-9037-fe70c38de0e4" providerId="AD" clId="Web-{00000000-0000-0000-0000-000000000000}" dt="2026-10-12T04:05:04.879" v="20"/>
        <pc:sldMkLst>
          <pc:docMk/>
          <pc:sldMk cId="3406672632" sldId="292"/>
        </pc:sldMkLst>
      </pc:sldChg>
      <pc:sldChg chg="modSp add mod setBg">
        <pc:chgData name="박효주" userId="S::hyoju42@kyonggi.ac.kr::5754f08e-4fae-4140-9037-fe70c38de0e4" providerId="AD" clId="Web-{00000000-0000-0000-0000-000000000000}" dt="2026-10-12T04:18:40.003" v="223" actId="20577"/>
        <pc:sldMkLst>
          <pc:docMk/>
          <pc:sldMk cId="2797995254" sldId="293"/>
        </pc:sldMkLst>
        <pc:spChg chg="mod">
          <ac:chgData name="박효주" userId="S::hyoju42@kyonggi.ac.kr::5754f08e-4fae-4140-9037-fe70c38de0e4" providerId="AD" clId="Web-{00000000-0000-0000-0000-000000000000}" dt="2026-10-12T04:18:16.018" v="214" actId="20577"/>
          <ac:spMkLst>
            <pc:docMk/>
            <pc:sldMk cId="2797995254" sldId="293"/>
            <ac:spMk id="17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4:18:25.143" v="217" actId="20577"/>
          <ac:spMkLst>
            <pc:docMk/>
            <pc:sldMk cId="2797995254" sldId="293"/>
            <ac:spMk id="23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4:18:32.503" v="220" actId="20577"/>
          <ac:spMkLst>
            <pc:docMk/>
            <pc:sldMk cId="2797995254" sldId="293"/>
            <ac:spMk id="2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4:18:40.003" v="223" actId="20577"/>
          <ac:spMkLst>
            <pc:docMk/>
            <pc:sldMk cId="2797995254" sldId="293"/>
            <ac:spMk id="35" creationId="{00000000-0000-0000-0000-000000000000}"/>
          </ac:spMkLst>
        </pc:spChg>
        <pc:picChg chg="mod">
          <ac:chgData name="박효주" userId="S::hyoju42@kyonggi.ac.kr::5754f08e-4fae-4140-9037-fe70c38de0e4" providerId="AD" clId="Web-{00000000-0000-0000-0000-000000000000}" dt="2026-10-12T04:17:08.045" v="206" actId="14100"/>
          <ac:picMkLst>
            <pc:docMk/>
            <pc:sldMk cId="2797995254" sldId="293"/>
            <ac:picMk id="13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4:17:16.436" v="207" actId="14100"/>
          <ac:picMkLst>
            <pc:docMk/>
            <pc:sldMk cId="2797995254" sldId="293"/>
            <ac:picMk id="19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4:17:43.032" v="210" actId="14100"/>
          <ac:picMkLst>
            <pc:docMk/>
            <pc:sldMk cId="2797995254" sldId="293"/>
            <ac:picMk id="25" creationId="{00000000-0000-0000-0000-000000000000}"/>
          </ac:picMkLst>
        </pc:picChg>
        <pc:picChg chg="mod">
          <ac:chgData name="박효주" userId="S::hyoju42@kyonggi.ac.kr::5754f08e-4fae-4140-9037-fe70c38de0e4" providerId="AD" clId="Web-{00000000-0000-0000-0000-000000000000}" dt="2026-10-12T04:18:01.954" v="212" actId="14100"/>
          <ac:picMkLst>
            <pc:docMk/>
            <pc:sldMk cId="2797995254" sldId="293"/>
            <ac:picMk id="31" creationId="{00000000-0000-0000-0000-000000000000}"/>
          </ac:picMkLst>
        </pc:picChg>
      </pc:sldChg>
      <pc:sldChg chg="addSp delSp modSp add">
        <pc:chgData name="박효주" userId="S::hyoju42@kyonggi.ac.kr::5754f08e-4fae-4140-9037-fe70c38de0e4" providerId="AD" clId="Web-{00000000-0000-0000-0000-000000000000}" dt="2026-10-12T06:18:28.213" v="845"/>
        <pc:sldMkLst>
          <pc:docMk/>
          <pc:sldMk cId="3245340020" sldId="294"/>
        </pc:sldMkLst>
        <pc:spChg chg="add del mod">
          <ac:chgData name="박효주" userId="S::hyoju42@kyonggi.ac.kr::5754f08e-4fae-4140-9037-fe70c38de0e4" providerId="AD" clId="Web-{00000000-0000-0000-0000-000000000000}" dt="2026-10-12T06:18:28.213" v="845"/>
          <ac:spMkLst>
            <pc:docMk/>
            <pc:sldMk cId="3245340020" sldId="294"/>
            <ac:spMk id="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45:10.008" v="689" actId="20577"/>
          <ac:spMkLst>
            <pc:docMk/>
            <pc:sldMk cId="3245340020" sldId="294"/>
            <ac:spMk id="10" creationId="{00000000-0000-0000-0000-000000000000}"/>
          </ac:spMkLst>
        </pc:spChg>
        <pc:picChg chg="add del mod">
          <ac:chgData name="박효주" userId="S::hyoju42@kyonggi.ac.kr::5754f08e-4fae-4140-9037-fe70c38de0e4" providerId="AD" clId="Web-{00000000-0000-0000-0000-000000000000}" dt="2026-10-12T06:18:06.884" v="840"/>
          <ac:picMkLst>
            <pc:docMk/>
            <pc:sldMk cId="3245340020" sldId="294"/>
            <ac:picMk id="13" creationId="{5F15BF48-5633-4302-6B13-76C08658A0FA}"/>
          </ac:picMkLst>
        </pc:picChg>
        <pc:picChg chg="add del mod">
          <ac:chgData name="박효주" userId="S::hyoju42@kyonggi.ac.kr::5754f08e-4fae-4140-9037-fe70c38de0e4" providerId="AD" clId="Web-{00000000-0000-0000-0000-000000000000}" dt="2026-10-12T06:18:27.353" v="844"/>
          <ac:picMkLst>
            <pc:docMk/>
            <pc:sldMk cId="3245340020" sldId="294"/>
            <ac:picMk id="44" creationId="{3C0B1BD1-D024-082D-E182-04BC845BDFBE}"/>
          </ac:picMkLst>
        </pc:picChg>
        <pc:picChg chg="mod">
          <ac:chgData name="박효주" userId="S::hyoju42@kyonggi.ac.kr::5754f08e-4fae-4140-9037-fe70c38de0e4" providerId="AD" clId="Web-{00000000-0000-0000-0000-000000000000}" dt="2026-10-12T05:45:36.634" v="690" actId="14100"/>
          <ac:picMkLst>
            <pc:docMk/>
            <pc:sldMk cId="3245340020" sldId="294"/>
            <ac:picMk id="45" creationId="{9C0DD92A-80E0-DCE5-1081-6193717A0388}"/>
          </ac:picMkLst>
        </pc:picChg>
        <pc:picChg chg="mod">
          <ac:chgData name="박효주" userId="S::hyoju42@kyonggi.ac.kr::5754f08e-4fae-4140-9037-fe70c38de0e4" providerId="AD" clId="Web-{00000000-0000-0000-0000-000000000000}" dt="2026-10-12T05:45:45.884" v="692" actId="1076"/>
          <ac:picMkLst>
            <pc:docMk/>
            <pc:sldMk cId="3245340020" sldId="294"/>
            <ac:picMk id="46" creationId="{E47FD66E-4248-931B-699E-D03468D3581A}"/>
          </ac:picMkLst>
        </pc:picChg>
      </pc:sldChg>
      <pc:sldChg chg="modSp add">
        <pc:chgData name="박효주" userId="S::hyoju42@kyonggi.ac.kr::5754f08e-4fae-4140-9037-fe70c38de0e4" providerId="AD" clId="Web-{00000000-0000-0000-0000-000000000000}" dt="2026-10-12T05:51:20.085" v="701" actId="20577"/>
        <pc:sldMkLst>
          <pc:docMk/>
          <pc:sldMk cId="3709688415" sldId="295"/>
        </pc:sldMkLst>
        <pc:spChg chg="mod">
          <ac:chgData name="박효주" userId="S::hyoju42@kyonggi.ac.kr::5754f08e-4fae-4140-9037-fe70c38de0e4" providerId="AD" clId="Web-{00000000-0000-0000-0000-000000000000}" dt="2026-10-12T05:51:20.085" v="701" actId="20577"/>
          <ac:spMkLst>
            <pc:docMk/>
            <pc:sldMk cId="3709688415" sldId="295"/>
            <ac:spMk id="9" creationId="{00000000-0000-0000-0000-000000000000}"/>
          </ac:spMkLst>
        </pc:spChg>
        <pc:spChg chg="mod">
          <ac:chgData name="박효주" userId="S::hyoju42@kyonggi.ac.kr::5754f08e-4fae-4140-9037-fe70c38de0e4" providerId="AD" clId="Web-{00000000-0000-0000-0000-000000000000}" dt="2026-10-12T05:50:52.131" v="695" actId="20577"/>
          <ac:spMkLst>
            <pc:docMk/>
            <pc:sldMk cId="3709688415" sldId="295"/>
            <ac:spMk id="10" creationId="{00000000-0000-0000-0000-000000000000}"/>
          </ac:spMkLst>
        </pc:spChg>
      </pc:sldChg>
    </pc:docChg>
  </pc:docChgLst>
  <pc:docChgLst>
    <pc:chgData name="박효주" userId="S::hyoju42@kyonggi.ac.kr::5754f08e-4fae-4140-9037-fe70c38de0e4" providerId="AD" clId="Web-{52B30F4D-3CBD-AADD-8F86-5BDE969AD0C7}"/>
    <pc:docChg chg="modSld">
      <pc:chgData name="박효주" userId="S::hyoju42@kyonggi.ac.kr::5754f08e-4fae-4140-9037-fe70c38de0e4" providerId="AD" clId="Web-{52B30F4D-3CBD-AADD-8F86-5BDE969AD0C7}" dt="2026-10-12T03:39:45.241" v="2" actId="1076"/>
      <pc:docMkLst>
        <pc:docMk/>
      </pc:docMkLst>
      <pc:sldChg chg="addSp modSp">
        <pc:chgData name="박효주" userId="S::hyoju42@kyonggi.ac.kr::5754f08e-4fae-4140-9037-fe70c38de0e4" providerId="AD" clId="Web-{52B30F4D-3CBD-AADD-8F86-5BDE969AD0C7}" dt="2026-10-12T03:39:45.241" v="2" actId="1076"/>
        <pc:sldMkLst>
          <pc:docMk/>
          <pc:sldMk cId="3676256020" sldId="285"/>
        </pc:sldMkLst>
        <pc:picChg chg="mod">
          <ac:chgData name="박효주" userId="S::hyoju42@kyonggi.ac.kr::5754f08e-4fae-4140-9037-fe70c38de0e4" providerId="AD" clId="Web-{52B30F4D-3CBD-AADD-8F86-5BDE969AD0C7}" dt="2026-10-12T03:39:45.241" v="2" actId="1076"/>
          <ac:picMkLst>
            <pc:docMk/>
            <pc:sldMk cId="3676256020" sldId="285"/>
            <ac:picMk id="2" creationId="{EBB04C24-3807-7006-5063-155DC5C07047}"/>
          </ac:picMkLst>
        </pc:picChg>
        <pc:picChg chg="add mod">
          <ac:chgData name="박효주" userId="S::hyoju42@kyonggi.ac.kr::5754f08e-4fae-4140-9037-fe70c38de0e4" providerId="AD" clId="Web-{52B30F4D-3CBD-AADD-8F86-5BDE969AD0C7}" dt="2026-10-12T03:39:38.335" v="0"/>
          <ac:picMkLst>
            <pc:docMk/>
            <pc:sldMk cId="3676256020" sldId="285"/>
            <ac:picMk id="13" creationId="{5E4675C8-CE3F-812C-98EC-C5AAF8D9AC06}"/>
          </ac:picMkLst>
        </pc:picChg>
      </pc:sldChg>
    </pc:docChg>
  </pc:docChgLst>
  <pc:docChgLst>
    <pc:chgData name="박효주" userId="S::hyoju42@kyonggi.ac.kr::5754f08e-4fae-4140-9037-fe70c38de0e4" providerId="AD" clId="Web-{74BB7BA6-1093-ADDB-DE7C-491A6801F50B}"/>
    <pc:docChg chg="modSld">
      <pc:chgData name="박효주" userId="S::hyoju42@kyonggi.ac.kr::5754f08e-4fae-4140-9037-fe70c38de0e4" providerId="AD" clId="Web-{74BB7BA6-1093-ADDB-DE7C-491A6801F50B}" dt="2026-10-12T08:51:07.761" v="56" actId="1076"/>
      <pc:docMkLst>
        <pc:docMk/>
      </pc:docMkLst>
      <pc:sldChg chg="addSp delSp modSp">
        <pc:chgData name="박효주" userId="S::hyoju42@kyonggi.ac.kr::5754f08e-4fae-4140-9037-fe70c38de0e4" providerId="AD" clId="Web-{74BB7BA6-1093-ADDB-DE7C-491A6801F50B}" dt="2026-10-12T08:51:07.761" v="56" actId="1076"/>
        <pc:sldMkLst>
          <pc:docMk/>
          <pc:sldMk cId="0" sldId="266"/>
        </pc:sldMkLst>
        <pc:spChg chg="mod">
          <ac:chgData name="박효주" userId="S::hyoju42@kyonggi.ac.kr::5754f08e-4fae-4140-9037-fe70c38de0e4" providerId="AD" clId="Web-{74BB7BA6-1093-ADDB-DE7C-491A6801F50B}" dt="2026-10-12T08:47:12.807" v="25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박효주" userId="S::hyoju42@kyonggi.ac.kr::5754f08e-4fae-4140-9037-fe70c38de0e4" providerId="AD" clId="Web-{74BB7BA6-1093-ADDB-DE7C-491A6801F50B}" dt="2026-10-12T08:47:12.885" v="27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박효주" userId="S::hyoju42@kyonggi.ac.kr::5754f08e-4fae-4140-9037-fe70c38de0e4" providerId="AD" clId="Web-{74BB7BA6-1093-ADDB-DE7C-491A6801F50B}" dt="2026-10-12T08:47:12.947" v="29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박효주" userId="S::hyoju42@kyonggi.ac.kr::5754f08e-4fae-4140-9037-fe70c38de0e4" providerId="AD" clId="Web-{74BB7BA6-1093-ADDB-DE7C-491A6801F50B}" dt="2026-10-12T08:49:51.083" v="46" actId="20577"/>
          <ac:spMkLst>
            <pc:docMk/>
            <pc:sldMk cId="0" sldId="266"/>
            <ac:spMk id="27" creationId="{00000000-0000-0000-0000-000000000000}"/>
          </ac:spMkLst>
        </pc:spChg>
        <pc:spChg chg="mod">
          <ac:chgData name="박효주" userId="S::hyoju42@kyonggi.ac.kr::5754f08e-4fae-4140-9037-fe70c38de0e4" providerId="AD" clId="Web-{74BB7BA6-1093-ADDB-DE7C-491A6801F50B}" dt="2026-10-12T08:49:10.346" v="40" actId="20577"/>
          <ac:spMkLst>
            <pc:docMk/>
            <pc:sldMk cId="0" sldId="266"/>
            <ac:spMk id="28" creationId="{00000000-0000-0000-0000-000000000000}"/>
          </ac:spMkLst>
        </pc:spChg>
        <pc:spChg chg="mod">
          <ac:chgData name="박효주" userId="S::hyoju42@kyonggi.ac.kr::5754f08e-4fae-4140-9037-fe70c38de0e4" providerId="AD" clId="Web-{74BB7BA6-1093-ADDB-DE7C-491A6801F50B}" dt="2026-10-12T08:47:28.433" v="35" actId="14100"/>
          <ac:spMkLst>
            <pc:docMk/>
            <pc:sldMk cId="0" sldId="266"/>
            <ac:spMk id="29" creationId="{00000000-0000-0000-0000-000000000000}"/>
          </ac:spMkLst>
        </pc:spChg>
        <pc:picChg chg="mod">
          <ac:chgData name="박효주" userId="S::hyoju42@kyonggi.ac.kr::5754f08e-4fae-4140-9037-fe70c38de0e4" providerId="AD" clId="Web-{74BB7BA6-1093-ADDB-DE7C-491A6801F50B}" dt="2026-10-12T08:47:17.494" v="32" actId="14100"/>
          <ac:picMkLst>
            <pc:docMk/>
            <pc:sldMk cId="0" sldId="266"/>
            <ac:picMk id="2" creationId="{00000000-0000-0000-0000-000000000000}"/>
          </ac:picMkLst>
        </pc:picChg>
        <pc:picChg chg="add mod">
          <ac:chgData name="박효주" userId="S::hyoju42@kyonggi.ac.kr::5754f08e-4fae-4140-9037-fe70c38de0e4" providerId="AD" clId="Web-{74BB7BA6-1093-ADDB-DE7C-491A6801F50B}" dt="2026-10-12T08:47:23.776" v="34" actId="1076"/>
          <ac:picMkLst>
            <pc:docMk/>
            <pc:sldMk cId="0" sldId="266"/>
            <ac:picMk id="3" creationId="{EBF6625A-9CC9-9BC2-5F28-DE054C86C880}"/>
          </ac:picMkLst>
        </pc:picChg>
        <pc:picChg chg="add del mod">
          <ac:chgData name="박효주" userId="S::hyoju42@kyonggi.ac.kr::5754f08e-4fae-4140-9037-fe70c38de0e4" providerId="AD" clId="Web-{74BB7BA6-1093-ADDB-DE7C-491A6801F50B}" dt="2026-10-12T08:50:50.463" v="51"/>
          <ac:picMkLst>
            <pc:docMk/>
            <pc:sldMk cId="0" sldId="266"/>
            <ac:picMk id="8" creationId="{E101657A-8CA4-C1DD-C8F3-894861A160DF}"/>
          </ac:picMkLst>
        </pc:picChg>
        <pc:picChg chg="add mod">
          <ac:chgData name="박효주" userId="S::hyoju42@kyonggi.ac.kr::5754f08e-4fae-4140-9037-fe70c38de0e4" providerId="AD" clId="Web-{74BB7BA6-1093-ADDB-DE7C-491A6801F50B}" dt="2026-10-12T08:50:02.350" v="50" actId="1076"/>
          <ac:picMkLst>
            <pc:docMk/>
            <pc:sldMk cId="0" sldId="266"/>
            <ac:picMk id="13" creationId="{BB319F15-145E-7C72-7117-FD1F6F0DEFAF}"/>
          </ac:picMkLst>
        </pc:picChg>
        <pc:picChg chg="add mod">
          <ac:chgData name="박효주" userId="S::hyoju42@kyonggi.ac.kr::5754f08e-4fae-4140-9037-fe70c38de0e4" providerId="AD" clId="Web-{74BB7BA6-1093-ADDB-DE7C-491A6801F50B}" dt="2026-10-12T08:51:07.761" v="56" actId="1076"/>
          <ac:picMkLst>
            <pc:docMk/>
            <pc:sldMk cId="0" sldId="266"/>
            <ac:picMk id="14" creationId="{15416CDB-C951-0904-1E20-D54019CEC7E7}"/>
          </ac:picMkLst>
        </pc:picChg>
        <pc:picChg chg="mod">
          <ac:chgData name="박효주" userId="S::hyoju42@kyonggi.ac.kr::5754f08e-4fae-4140-9037-fe70c38de0e4" providerId="AD" clId="Web-{74BB7BA6-1093-ADDB-DE7C-491A6801F50B}" dt="2026-10-12T08:47:12.775" v="24" actId="1076"/>
          <ac:picMkLst>
            <pc:docMk/>
            <pc:sldMk cId="0" sldId="266"/>
            <ac:picMk id="16" creationId="{00000000-0000-0000-0000-000000000000}"/>
          </ac:picMkLst>
        </pc:picChg>
        <pc:picChg chg="mod">
          <ac:chgData name="박효주" userId="S::hyoju42@kyonggi.ac.kr::5754f08e-4fae-4140-9037-fe70c38de0e4" providerId="AD" clId="Web-{74BB7BA6-1093-ADDB-DE7C-491A6801F50B}" dt="2026-10-12T08:47:12.853" v="26" actId="1076"/>
          <ac:picMkLst>
            <pc:docMk/>
            <pc:sldMk cId="0" sldId="266"/>
            <ac:picMk id="18" creationId="{00000000-0000-0000-0000-000000000000}"/>
          </ac:picMkLst>
        </pc:picChg>
        <pc:picChg chg="mod">
          <ac:chgData name="박효주" userId="S::hyoju42@kyonggi.ac.kr::5754f08e-4fae-4140-9037-fe70c38de0e4" providerId="AD" clId="Web-{74BB7BA6-1093-ADDB-DE7C-491A6801F50B}" dt="2026-10-12T08:47:12.916" v="28" actId="1076"/>
          <ac:picMkLst>
            <pc:docMk/>
            <pc:sldMk cId="0" sldId="266"/>
            <ac:picMk id="20" creationId="{00000000-0000-0000-0000-000000000000}"/>
          </ac:picMkLst>
        </pc:picChg>
        <pc:picChg chg="mod">
          <ac:chgData name="박효주" userId="S::hyoju42@kyonggi.ac.kr::5754f08e-4fae-4140-9037-fe70c38de0e4" providerId="AD" clId="Web-{74BB7BA6-1093-ADDB-DE7C-491A6801F50B}" dt="2026-10-12T08:47:12.994" v="30" actId="1076"/>
          <ac:picMkLst>
            <pc:docMk/>
            <pc:sldMk cId="0" sldId="266"/>
            <ac:picMk id="25" creationId="{00000000-0000-0000-0000-000000000000}"/>
          </ac:picMkLst>
        </pc:picChg>
        <pc:picChg chg="mod">
          <ac:chgData name="박효주" userId="S::hyoju42@kyonggi.ac.kr::5754f08e-4fae-4140-9037-fe70c38de0e4" providerId="AD" clId="Web-{74BB7BA6-1093-ADDB-DE7C-491A6801F50B}" dt="2026-10-12T08:47:13.025" v="31" actId="1076"/>
          <ac:picMkLst>
            <pc:docMk/>
            <pc:sldMk cId="0" sldId="266"/>
            <ac:picMk id="26" creationId="{00000000-0000-0000-0000-000000000000}"/>
          </ac:picMkLst>
        </pc:picChg>
      </pc:sldChg>
      <pc:sldChg chg="addSp modSp">
        <pc:chgData name="박효주" userId="S::hyoju42@kyonggi.ac.kr::5754f08e-4fae-4140-9037-fe70c38de0e4" providerId="AD" clId="Web-{74BB7BA6-1093-ADDB-DE7C-491A6801F50B}" dt="2026-10-12T08:40:41.341" v="1" actId="1076"/>
        <pc:sldMkLst>
          <pc:docMk/>
          <pc:sldMk cId="0" sldId="279"/>
        </pc:sldMkLst>
        <pc:picChg chg="add mod">
          <ac:chgData name="박효주" userId="S::hyoju42@kyonggi.ac.kr::5754f08e-4fae-4140-9037-fe70c38de0e4" providerId="AD" clId="Web-{74BB7BA6-1093-ADDB-DE7C-491A6801F50B}" dt="2026-10-12T08:40:41.341" v="1" actId="1076"/>
          <ac:picMkLst>
            <pc:docMk/>
            <pc:sldMk cId="0" sldId="279"/>
            <ac:picMk id="3" creationId="{E3416BD1-AE0F-8455-50B3-7DCD28A8B6E9}"/>
          </ac:picMkLst>
        </pc:picChg>
      </pc:sldChg>
    </pc:docChg>
  </pc:docChgLst>
  <pc:docChgLst>
    <pc:chgData name="박효주" userId="5754f08e-4fae-4140-9037-fe70c38de0e4" providerId="ADAL" clId="{56FA5FA3-B6BB-472C-9A27-487588A147DA}"/>
    <pc:docChg chg="undo custSel addSld delSld modSld sldOrd">
      <pc:chgData name="박효주" userId="5754f08e-4fae-4140-9037-fe70c38de0e4" providerId="ADAL" clId="{56FA5FA3-B6BB-472C-9A27-487588A147DA}" dt="2026-10-12T08:59:53.950" v="3053" actId="20577"/>
      <pc:docMkLst>
        <pc:docMk/>
      </pc:docMkLst>
      <pc:sldChg chg="modSp mod">
        <pc:chgData name="박효주" userId="5754f08e-4fae-4140-9037-fe70c38de0e4" providerId="ADAL" clId="{56FA5FA3-B6BB-472C-9A27-487588A147DA}" dt="2026-10-12T06:26:35.459" v="39" actId="20577"/>
        <pc:sldMkLst>
          <pc:docMk/>
          <pc:sldMk cId="0" sldId="256"/>
        </pc:sldMkLst>
        <pc:spChg chg="mod">
          <ac:chgData name="박효주" userId="5754f08e-4fae-4140-9037-fe70c38de0e4" providerId="ADAL" clId="{56FA5FA3-B6BB-472C-9A27-487588A147DA}" dt="2026-10-12T06:25:50.937" v="24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6:35.459" v="39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6:15.174" v="38" actId="1410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5:56.986" v="25" actId="14100"/>
          <ac:spMkLst>
            <pc:docMk/>
            <pc:sldMk cId="0" sldId="256"/>
            <ac:spMk id="26" creationId="{304C6D38-41C1-CB20-09AC-6E64F9570557}"/>
          </ac:spMkLst>
        </pc:spChg>
      </pc:sldChg>
      <pc:sldChg chg="addSp modSp mod">
        <pc:chgData name="박효주" userId="5754f08e-4fae-4140-9037-fe70c38de0e4" providerId="ADAL" clId="{56FA5FA3-B6BB-472C-9A27-487588A147DA}" dt="2026-10-12T06:29:34.954" v="114" actId="14100"/>
        <pc:sldMkLst>
          <pc:docMk/>
          <pc:sldMk cId="0" sldId="257"/>
        </pc:sldMkLst>
        <pc:spChg chg="mod">
          <ac:chgData name="박효주" userId="5754f08e-4fae-4140-9037-fe70c38de0e4" providerId="ADAL" clId="{56FA5FA3-B6BB-472C-9A27-487588A147DA}" dt="2026-10-12T06:29:16.556" v="109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21.700" v="60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21.700" v="6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9:12.030" v="106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40.198" v="63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40.198" v="63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9:19.428" v="11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13.436" v="59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13.436" v="59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9:13.815" v="107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34.439" v="62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8:34.439" v="62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9:22.381" v="113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7:48.429" v="58" actId="107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27:48.429" v="58" actId="1076"/>
          <ac:spMkLst>
            <pc:docMk/>
            <pc:sldMk cId="0" sldId="257"/>
            <ac:spMk id="25" creationId="{00000000-0000-0000-0000-000000000000}"/>
          </ac:spMkLst>
        </pc:spChg>
        <pc:spChg chg="add mod">
          <ac:chgData name="박효주" userId="5754f08e-4fae-4140-9037-fe70c38de0e4" providerId="ADAL" clId="{56FA5FA3-B6BB-472C-9A27-487588A147DA}" dt="2026-10-12T06:29:03.573" v="82" actId="20577"/>
          <ac:spMkLst>
            <pc:docMk/>
            <pc:sldMk cId="0" sldId="257"/>
            <ac:spMk id="27" creationId="{2D3B3312-F66C-8246-2E51-5D0E7FB9CE53}"/>
          </ac:spMkLst>
        </pc:spChg>
        <pc:spChg chg="add mod">
          <ac:chgData name="박효주" userId="5754f08e-4fae-4140-9037-fe70c38de0e4" providerId="ADAL" clId="{56FA5FA3-B6BB-472C-9A27-487588A147DA}" dt="2026-10-12T06:28:53.689" v="64" actId="571"/>
          <ac:spMkLst>
            <pc:docMk/>
            <pc:sldMk cId="0" sldId="257"/>
            <ac:spMk id="28" creationId="{45FFB94D-48EC-5313-CF63-DA0A58C4F77D}"/>
          </ac:spMkLst>
        </pc:spChg>
        <pc:spChg chg="add mod">
          <ac:chgData name="박효주" userId="5754f08e-4fae-4140-9037-fe70c38de0e4" providerId="ADAL" clId="{56FA5FA3-B6BB-472C-9A27-487588A147DA}" dt="2026-10-12T06:29:09.578" v="104" actId="20577"/>
          <ac:spMkLst>
            <pc:docMk/>
            <pc:sldMk cId="0" sldId="257"/>
            <ac:spMk id="29" creationId="{E9123281-0055-06EE-A143-922C3B062CF9}"/>
          </ac:spMkLst>
        </pc:spChg>
        <pc:picChg chg="mod">
          <ac:chgData name="박효주" userId="5754f08e-4fae-4140-9037-fe70c38de0e4" providerId="ADAL" clId="{56FA5FA3-B6BB-472C-9A27-487588A147DA}" dt="2026-10-12T06:29:34.954" v="114" actId="14100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28:21.700" v="60" actId="1076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28:40.198" v="63" actId="1076"/>
          <ac:picMkLst>
            <pc:docMk/>
            <pc:sldMk cId="0" sldId="257"/>
            <ac:picMk id="1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28:13.436" v="59" actId="1076"/>
          <ac:picMkLst>
            <pc:docMk/>
            <pc:sldMk cId="0" sldId="257"/>
            <ac:picMk id="18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28:34.439" v="62" actId="1076"/>
          <ac:picMkLst>
            <pc:docMk/>
            <pc:sldMk cId="0" sldId="257"/>
            <ac:picMk id="2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27:48.429" v="58" actId="1076"/>
          <ac:picMkLst>
            <pc:docMk/>
            <pc:sldMk cId="0" sldId="257"/>
            <ac:picMk id="26" creationId="{00000000-0000-0000-0000-000000000000}"/>
          </ac:picMkLst>
        </pc:picChg>
        <pc:picChg chg="add mod">
          <ac:chgData name="박효주" userId="5754f08e-4fae-4140-9037-fe70c38de0e4" providerId="ADAL" clId="{56FA5FA3-B6BB-472C-9A27-487588A147DA}" dt="2026-10-12T06:28:53.689" v="64" actId="571"/>
          <ac:picMkLst>
            <pc:docMk/>
            <pc:sldMk cId="0" sldId="257"/>
            <ac:picMk id="30" creationId="{8073FC5A-8162-4FAD-8BF9-D87B0AF2E27D}"/>
          </ac:picMkLst>
        </pc:picChg>
      </pc:sldChg>
      <pc:sldChg chg="modSp mod">
        <pc:chgData name="박효주" userId="5754f08e-4fae-4140-9037-fe70c38de0e4" providerId="ADAL" clId="{56FA5FA3-B6BB-472C-9A27-487588A147DA}" dt="2026-10-12T08:17:11.725" v="2267" actId="14100"/>
        <pc:sldMkLst>
          <pc:docMk/>
          <pc:sldMk cId="0" sldId="258"/>
        </pc:sldMkLst>
        <pc:spChg chg="mod">
          <ac:chgData name="박효주" userId="5754f08e-4fae-4140-9037-fe70c38de0e4" providerId="ADAL" clId="{56FA5FA3-B6BB-472C-9A27-487588A147DA}" dt="2026-10-12T08:16:48.175" v="2263" actId="1076"/>
          <ac:spMkLst>
            <pc:docMk/>
            <pc:sldMk cId="0" sldId="258"/>
            <ac:spMk id="95" creationId="{B2F72B03-0801-6639-BC4C-E9C964049596}"/>
          </ac:spMkLst>
        </pc:spChg>
        <pc:spChg chg="mod">
          <ac:chgData name="박효주" userId="5754f08e-4fae-4140-9037-fe70c38de0e4" providerId="ADAL" clId="{56FA5FA3-B6BB-472C-9A27-487588A147DA}" dt="2026-10-12T08:16:48.175" v="2263" actId="1076"/>
          <ac:spMkLst>
            <pc:docMk/>
            <pc:sldMk cId="0" sldId="258"/>
            <ac:spMk id="98" creationId="{2FF4B1A4-C601-A99E-0EA5-2B6858AAB67A}"/>
          </ac:spMkLst>
        </pc:spChg>
        <pc:spChg chg="mod">
          <ac:chgData name="박효주" userId="5754f08e-4fae-4140-9037-fe70c38de0e4" providerId="ADAL" clId="{56FA5FA3-B6BB-472C-9A27-487588A147DA}" dt="2026-10-12T08:16:48.175" v="2263" actId="1076"/>
          <ac:spMkLst>
            <pc:docMk/>
            <pc:sldMk cId="0" sldId="258"/>
            <ac:spMk id="99" creationId="{505AC8F8-45A0-FCF4-3C3E-56F4AC57DADC}"/>
          </ac:spMkLst>
        </pc:spChg>
        <pc:spChg chg="mod">
          <ac:chgData name="박효주" userId="5754f08e-4fae-4140-9037-fe70c38de0e4" providerId="ADAL" clId="{56FA5FA3-B6BB-472C-9A27-487588A147DA}" dt="2026-10-12T08:16:27.907" v="2260" actId="1076"/>
          <ac:spMkLst>
            <pc:docMk/>
            <pc:sldMk cId="0" sldId="258"/>
            <ac:spMk id="102" creationId="{9298FD31-9436-4BB0-E87D-168C8B9FB4BE}"/>
          </ac:spMkLst>
        </pc:spChg>
        <pc:spChg chg="mod">
          <ac:chgData name="박효주" userId="5754f08e-4fae-4140-9037-fe70c38de0e4" providerId="ADAL" clId="{56FA5FA3-B6BB-472C-9A27-487588A147DA}" dt="2026-10-12T08:16:27.907" v="2260" actId="1076"/>
          <ac:spMkLst>
            <pc:docMk/>
            <pc:sldMk cId="0" sldId="258"/>
            <ac:spMk id="105" creationId="{1E397CCF-9E7E-EDD0-DAED-99EBEA0BE671}"/>
          </ac:spMkLst>
        </pc:spChg>
        <pc:spChg chg="mod">
          <ac:chgData name="박효주" userId="5754f08e-4fae-4140-9037-fe70c38de0e4" providerId="ADAL" clId="{56FA5FA3-B6BB-472C-9A27-487588A147DA}" dt="2026-10-12T08:17:01.365" v="2265" actId="1076"/>
          <ac:spMkLst>
            <pc:docMk/>
            <pc:sldMk cId="0" sldId="258"/>
            <ac:spMk id="109" creationId="{E45C8144-915A-4C3C-D549-78101A78FA01}"/>
          </ac:spMkLst>
        </pc:spChg>
        <pc:spChg chg="mod">
          <ac:chgData name="박효주" userId="5754f08e-4fae-4140-9037-fe70c38de0e4" providerId="ADAL" clId="{56FA5FA3-B6BB-472C-9A27-487588A147DA}" dt="2026-10-12T08:17:01.365" v="2265" actId="1076"/>
          <ac:spMkLst>
            <pc:docMk/>
            <pc:sldMk cId="0" sldId="258"/>
            <ac:spMk id="112" creationId="{36A708EA-3A25-CDA0-7BB9-B10B8A6DA896}"/>
          </ac:spMkLst>
        </pc:spChg>
        <pc:spChg chg="mod">
          <ac:chgData name="박효주" userId="5754f08e-4fae-4140-9037-fe70c38de0e4" providerId="ADAL" clId="{56FA5FA3-B6BB-472C-9A27-487588A147DA}" dt="2026-10-12T08:17:01.365" v="2265" actId="1076"/>
          <ac:spMkLst>
            <pc:docMk/>
            <pc:sldMk cId="0" sldId="258"/>
            <ac:spMk id="113" creationId="{AEA32E08-D37D-24F3-966A-9D9557C5331E}"/>
          </ac:spMkLst>
        </pc:spChg>
        <pc:spChg chg="mod">
          <ac:chgData name="박효주" userId="5754f08e-4fae-4140-9037-fe70c38de0e4" providerId="ADAL" clId="{56FA5FA3-B6BB-472C-9A27-487588A147DA}" dt="2026-10-12T08:17:01.365" v="2265" actId="1076"/>
          <ac:spMkLst>
            <pc:docMk/>
            <pc:sldMk cId="0" sldId="258"/>
            <ac:spMk id="114" creationId="{9B821307-6B50-FCE6-B506-FCD1D141F76D}"/>
          </ac:spMkLst>
        </pc:spChg>
        <pc:spChg chg="mod">
          <ac:chgData name="박효주" userId="5754f08e-4fae-4140-9037-fe70c38de0e4" providerId="ADAL" clId="{56FA5FA3-B6BB-472C-9A27-487588A147DA}" dt="2026-10-12T08:16:27.907" v="2260" actId="1076"/>
          <ac:spMkLst>
            <pc:docMk/>
            <pc:sldMk cId="0" sldId="258"/>
            <ac:spMk id="118" creationId="{199C4480-9CF7-6C95-311C-BB2ECA620D93}"/>
          </ac:spMkLst>
        </pc:spChg>
        <pc:spChg chg="mod">
          <ac:chgData name="박효주" userId="5754f08e-4fae-4140-9037-fe70c38de0e4" providerId="ADAL" clId="{56FA5FA3-B6BB-472C-9A27-487588A147DA}" dt="2026-10-12T08:16:27.907" v="2260" actId="1076"/>
          <ac:spMkLst>
            <pc:docMk/>
            <pc:sldMk cId="0" sldId="258"/>
            <ac:spMk id="119" creationId="{18678046-64C9-F57E-DC03-D4EC88F4AB6D}"/>
          </ac:spMkLst>
        </pc:spChg>
        <pc:spChg chg="mod">
          <ac:chgData name="박효주" userId="5754f08e-4fae-4140-9037-fe70c38de0e4" providerId="ADAL" clId="{56FA5FA3-B6BB-472C-9A27-487588A147DA}" dt="2026-10-12T08:17:09.401" v="2266" actId="14100"/>
          <ac:spMkLst>
            <pc:docMk/>
            <pc:sldMk cId="0" sldId="258"/>
            <ac:spMk id="144" creationId="{717CED59-3411-A557-EEB7-04E4E9233D70}"/>
          </ac:spMkLst>
        </pc:spChg>
        <pc:spChg chg="mod">
          <ac:chgData name="박효주" userId="5754f08e-4fae-4140-9037-fe70c38de0e4" providerId="ADAL" clId="{56FA5FA3-B6BB-472C-9A27-487588A147DA}" dt="2026-10-12T08:17:11.725" v="2267" actId="14100"/>
          <ac:spMkLst>
            <pc:docMk/>
            <pc:sldMk cId="0" sldId="258"/>
            <ac:spMk id="172" creationId="{8429ED81-81E0-1E2A-2FCC-E449E3BADC55}"/>
          </ac:spMkLst>
        </pc:spChg>
        <pc:spChg chg="mod">
          <ac:chgData name="박효주" userId="5754f08e-4fae-4140-9037-fe70c38de0e4" providerId="ADAL" clId="{56FA5FA3-B6BB-472C-9A27-487588A147DA}" dt="2026-10-12T08:17:01.365" v="2265" actId="1076"/>
          <ac:spMkLst>
            <pc:docMk/>
            <pc:sldMk cId="0" sldId="258"/>
            <ac:spMk id="174" creationId="{7FBBBAC1-E4CE-D867-BBCB-DD2F60B4AC05}"/>
          </ac:spMkLst>
        </pc:spChg>
        <pc:picChg chg="mod">
          <ac:chgData name="박효주" userId="5754f08e-4fae-4140-9037-fe70c38de0e4" providerId="ADAL" clId="{56FA5FA3-B6BB-472C-9A27-487588A147DA}" dt="2026-10-12T06:29:56.562" v="116" actId="14100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16:51.719" v="2264" actId="1076"/>
          <ac:picMkLst>
            <pc:docMk/>
            <pc:sldMk cId="0" sldId="258"/>
            <ac:picMk id="2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16:48.175" v="2263" actId="1076"/>
          <ac:picMkLst>
            <pc:docMk/>
            <pc:sldMk cId="0" sldId="258"/>
            <ac:picMk id="97" creationId="{748D05A3-5113-6031-B4C1-C3E056302B65}"/>
          </ac:picMkLst>
        </pc:picChg>
        <pc:picChg chg="mod">
          <ac:chgData name="박효주" userId="5754f08e-4fae-4140-9037-fe70c38de0e4" providerId="ADAL" clId="{56FA5FA3-B6BB-472C-9A27-487588A147DA}" dt="2026-10-12T08:16:27.907" v="2260" actId="1076"/>
          <ac:picMkLst>
            <pc:docMk/>
            <pc:sldMk cId="0" sldId="258"/>
            <ac:picMk id="104" creationId="{4DA3A2D9-96C9-697A-7246-6EF7B2E4C924}"/>
          </ac:picMkLst>
        </pc:picChg>
        <pc:picChg chg="mod">
          <ac:chgData name="박효주" userId="5754f08e-4fae-4140-9037-fe70c38de0e4" providerId="ADAL" clId="{56FA5FA3-B6BB-472C-9A27-487588A147DA}" dt="2026-10-12T08:17:01.365" v="2265" actId="1076"/>
          <ac:picMkLst>
            <pc:docMk/>
            <pc:sldMk cId="0" sldId="258"/>
            <ac:picMk id="111" creationId="{58CB717F-1B72-38A0-9DFA-D064373881FD}"/>
          </ac:picMkLst>
        </pc:picChg>
        <pc:picChg chg="mod">
          <ac:chgData name="박효주" userId="5754f08e-4fae-4140-9037-fe70c38de0e4" providerId="ADAL" clId="{56FA5FA3-B6BB-472C-9A27-487588A147DA}" dt="2026-10-12T08:16:41.781" v="2262" actId="1076"/>
          <ac:picMkLst>
            <pc:docMk/>
            <pc:sldMk cId="0" sldId="258"/>
            <ac:picMk id="115" creationId="{B6C7F705-368A-7FB9-37E2-EDF8686B72F8}"/>
          </ac:picMkLst>
        </pc:picChg>
        <pc:picChg chg="mod">
          <ac:chgData name="박효주" userId="5754f08e-4fae-4140-9037-fe70c38de0e4" providerId="ADAL" clId="{56FA5FA3-B6BB-472C-9A27-487588A147DA}" dt="2026-10-12T08:16:38.500" v="2261" actId="1076"/>
          <ac:picMkLst>
            <pc:docMk/>
            <pc:sldMk cId="0" sldId="258"/>
            <ac:picMk id="116" creationId="{BDF55724-AF5F-E833-F089-647BB205BE65}"/>
          </ac:picMkLst>
        </pc:picChg>
      </pc:sldChg>
      <pc:sldChg chg="delSp modSp mod">
        <pc:chgData name="박효주" userId="5754f08e-4fae-4140-9037-fe70c38de0e4" providerId="ADAL" clId="{56FA5FA3-B6BB-472C-9A27-487588A147DA}" dt="2026-10-12T08:45:21.388" v="2975" actId="14100"/>
        <pc:sldMkLst>
          <pc:docMk/>
          <pc:sldMk cId="0" sldId="259"/>
        </pc:sldMkLst>
        <pc:spChg chg="del">
          <ac:chgData name="박효주" userId="5754f08e-4fae-4140-9037-fe70c38de0e4" providerId="ADAL" clId="{56FA5FA3-B6BB-472C-9A27-487588A147DA}" dt="2026-10-12T06:31:27.066" v="171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44:49.079" v="2972"/>
          <ac:spMkLst>
            <pc:docMk/>
            <pc:sldMk cId="0" sldId="259"/>
            <ac:spMk id="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45:10.439" v="2974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44:15.259" v="2955" actId="255"/>
          <ac:spMkLst>
            <pc:docMk/>
            <pc:sldMk cId="0" sldId="259"/>
            <ac:spMk id="37" creationId="{A89EAD25-2B55-513B-5EEA-49CF63AE0639}"/>
          </ac:spMkLst>
        </pc:spChg>
        <pc:spChg chg="mod">
          <ac:chgData name="박효주" userId="5754f08e-4fae-4140-9037-fe70c38de0e4" providerId="ADAL" clId="{56FA5FA3-B6BB-472C-9A27-487588A147DA}" dt="2026-10-12T08:45:21.388" v="2975" actId="14100"/>
          <ac:spMkLst>
            <pc:docMk/>
            <pc:sldMk cId="0" sldId="259"/>
            <ac:spMk id="41" creationId="{33694AB9-078A-7703-3EF8-27102618A963}"/>
          </ac:spMkLst>
        </pc:spChg>
        <pc:picChg chg="mod">
          <ac:chgData name="박효주" userId="5754f08e-4fae-4140-9037-fe70c38de0e4" providerId="ADAL" clId="{56FA5FA3-B6BB-472C-9A27-487588A147DA}" dt="2026-10-12T06:31:44.897" v="174" actId="14100"/>
          <ac:picMkLst>
            <pc:docMk/>
            <pc:sldMk cId="0" sldId="259"/>
            <ac:picMk id="6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6:31:40.357" v="173" actId="478"/>
          <ac:picMkLst>
            <pc:docMk/>
            <pc:sldMk cId="0" sldId="259"/>
            <ac:picMk id="10" creationId="{00000000-0000-0000-0000-000000000000}"/>
          </ac:picMkLst>
        </pc:picChg>
      </pc:sldChg>
      <pc:sldChg chg="modSp mod">
        <pc:chgData name="박효주" userId="5754f08e-4fae-4140-9037-fe70c38de0e4" providerId="ADAL" clId="{56FA5FA3-B6BB-472C-9A27-487588A147DA}" dt="2026-10-12T07:56:20.136" v="993" actId="14100"/>
        <pc:sldMkLst>
          <pc:docMk/>
          <pc:sldMk cId="0" sldId="263"/>
        </pc:sldMkLst>
        <pc:spChg chg="mod">
          <ac:chgData name="박효주" userId="5754f08e-4fae-4140-9037-fe70c38de0e4" providerId="ADAL" clId="{56FA5FA3-B6BB-472C-9A27-487588A147DA}" dt="2026-10-12T07:56:11.831" v="992" actId="20577"/>
          <ac:spMkLst>
            <pc:docMk/>
            <pc:sldMk cId="0" sldId="263"/>
            <ac:spMk id="2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56:20.136" v="993" actId="14100"/>
          <ac:spMkLst>
            <pc:docMk/>
            <pc:sldMk cId="0" sldId="263"/>
            <ac:spMk id="38" creationId="{00000000-0000-0000-0000-000000000000}"/>
          </ac:spMkLst>
        </pc:spChg>
      </pc:sldChg>
      <pc:sldChg chg="addSp delSp modSp mod ord">
        <pc:chgData name="박효주" userId="5754f08e-4fae-4140-9037-fe70c38de0e4" providerId="ADAL" clId="{56FA5FA3-B6BB-472C-9A27-487588A147DA}" dt="2026-10-12T06:58:55.582" v="893" actId="478"/>
        <pc:sldMkLst>
          <pc:docMk/>
          <pc:sldMk cId="0" sldId="264"/>
        </pc:sldMkLst>
        <pc:spChg chg="del mod">
          <ac:chgData name="박효주" userId="5754f08e-4fae-4140-9037-fe70c38de0e4" providerId="ADAL" clId="{56FA5FA3-B6BB-472C-9A27-487588A147DA}" dt="2026-10-12T06:34:41.041" v="257" actId="478"/>
          <ac:spMkLst>
            <pc:docMk/>
            <pc:sldMk cId="0" sldId="264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9:19.921" v="726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9:07.258" v="71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9:35.966" v="745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42:05.270" v="812" actId="103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42:26.283" v="833" actId="20577"/>
          <ac:spMkLst>
            <pc:docMk/>
            <pc:sldMk cId="0" sldId="264"/>
            <ac:spMk id="21" creationId="{00000000-0000-0000-0000-000000000000}"/>
          </ac:spMkLst>
        </pc:spChg>
        <pc:spChg chg="del">
          <ac:chgData name="박효주" userId="5754f08e-4fae-4140-9037-fe70c38de0e4" providerId="ADAL" clId="{56FA5FA3-B6BB-472C-9A27-487588A147DA}" dt="2026-10-12T06:42:19.905" v="823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박효주" userId="5754f08e-4fae-4140-9037-fe70c38de0e4" providerId="ADAL" clId="{56FA5FA3-B6BB-472C-9A27-487588A147DA}" dt="2026-10-12T06:42:17.879" v="822" actId="478"/>
          <ac:spMkLst>
            <pc:docMk/>
            <pc:sldMk cId="0" sldId="264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42:41.233" v="834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42:48.417" v="835" actId="1076"/>
          <ac:spMkLst>
            <pc:docMk/>
            <pc:sldMk cId="0" sldId="264"/>
            <ac:spMk id="29" creationId="{00000000-0000-0000-0000-000000000000}"/>
          </ac:spMkLst>
        </pc:spChg>
        <pc:spChg chg="add mod">
          <ac:chgData name="박효주" userId="5754f08e-4fae-4140-9037-fe70c38de0e4" providerId="ADAL" clId="{56FA5FA3-B6BB-472C-9A27-487588A147DA}" dt="2026-10-12T06:42:05.270" v="812" actId="1037"/>
          <ac:spMkLst>
            <pc:docMk/>
            <pc:sldMk cId="0" sldId="264"/>
            <ac:spMk id="32" creationId="{2C2A3D8F-CBEF-0362-BC36-0B1DD15381E9}"/>
          </ac:spMkLst>
        </pc:spChg>
        <pc:spChg chg="add mod">
          <ac:chgData name="박효주" userId="5754f08e-4fae-4140-9037-fe70c38de0e4" providerId="ADAL" clId="{56FA5FA3-B6BB-472C-9A27-487588A147DA}" dt="2026-10-12T06:42:05.270" v="812" actId="1037"/>
          <ac:spMkLst>
            <pc:docMk/>
            <pc:sldMk cId="0" sldId="264"/>
            <ac:spMk id="35" creationId="{C9312E1C-2610-D484-A928-4CF466556A84}"/>
          </ac:spMkLst>
        </pc:spChg>
        <pc:picChg chg="mod">
          <ac:chgData name="박효주" userId="5754f08e-4fae-4140-9037-fe70c38de0e4" providerId="ADAL" clId="{56FA5FA3-B6BB-472C-9A27-487588A147DA}" dt="2026-10-12T06:44:09.934" v="844" actId="1076"/>
          <ac:picMkLst>
            <pc:docMk/>
            <pc:sldMk cId="0" sldId="264"/>
            <ac:picMk id="2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6:46:58.426" v="880" actId="478"/>
          <ac:picMkLst>
            <pc:docMk/>
            <pc:sldMk cId="0" sldId="264"/>
            <ac:picMk id="13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6:47:03.962" v="882" actId="478"/>
          <ac:picMkLst>
            <pc:docMk/>
            <pc:sldMk cId="0" sldId="264"/>
            <ac:picMk id="14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6:44:13.085" v="845" actId="478"/>
          <ac:picMkLst>
            <pc:docMk/>
            <pc:sldMk cId="0" sldId="264"/>
            <ac:picMk id="15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39:35.966" v="745" actId="1076"/>
          <ac:picMkLst>
            <pc:docMk/>
            <pc:sldMk cId="0" sldId="264"/>
            <ac:picMk id="1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41:30.449" v="805" actId="1076"/>
          <ac:picMkLst>
            <pc:docMk/>
            <pc:sldMk cId="0" sldId="264"/>
            <ac:picMk id="18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42:05.270" v="812" actId="1037"/>
          <ac:picMkLst>
            <pc:docMk/>
            <pc:sldMk cId="0" sldId="264"/>
            <ac:picMk id="20" creationId="{00000000-0000-0000-0000-000000000000}"/>
          </ac:picMkLst>
        </pc:picChg>
        <pc:picChg chg="del">
          <ac:chgData name="박효주" userId="5754f08e-4fae-4140-9037-fe70c38de0e4" providerId="ADAL" clId="{56FA5FA3-B6BB-472C-9A27-487588A147DA}" dt="2026-10-12T06:41:21.182" v="804" actId="478"/>
          <ac:picMkLst>
            <pc:docMk/>
            <pc:sldMk cId="0" sldId="264"/>
            <ac:picMk id="22" creationId="{00000000-0000-0000-0000-000000000000}"/>
          </ac:picMkLst>
        </pc:picChg>
        <pc:picChg chg="del">
          <ac:chgData name="박효주" userId="5754f08e-4fae-4140-9037-fe70c38de0e4" providerId="ADAL" clId="{56FA5FA3-B6BB-472C-9A27-487588A147DA}" dt="2026-10-12T06:41:20.200" v="803" actId="478"/>
          <ac:picMkLst>
            <pc:docMk/>
            <pc:sldMk cId="0" sldId="264"/>
            <ac:picMk id="2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42:41.233" v="834" actId="1076"/>
          <ac:picMkLst>
            <pc:docMk/>
            <pc:sldMk cId="0" sldId="264"/>
            <ac:picMk id="2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6:42:48.417" v="835" actId="1076"/>
          <ac:picMkLst>
            <pc:docMk/>
            <pc:sldMk cId="0" sldId="264"/>
            <ac:picMk id="28" creationId="{00000000-0000-0000-0000-000000000000}"/>
          </ac:picMkLst>
        </pc:picChg>
        <pc:picChg chg="add del mod">
          <ac:chgData name="박효주" userId="5754f08e-4fae-4140-9037-fe70c38de0e4" providerId="ADAL" clId="{56FA5FA3-B6BB-472C-9A27-487588A147DA}" dt="2026-10-12T06:46:56.925" v="879" actId="478"/>
          <ac:picMkLst>
            <pc:docMk/>
            <pc:sldMk cId="0" sldId="264"/>
            <ac:picMk id="30" creationId="{CE0DEC48-D46A-7796-83C6-BA9F061845C1}"/>
          </ac:picMkLst>
        </pc:picChg>
        <pc:picChg chg="add mod">
          <ac:chgData name="박효주" userId="5754f08e-4fae-4140-9037-fe70c38de0e4" providerId="ADAL" clId="{56FA5FA3-B6BB-472C-9A27-487588A147DA}" dt="2026-10-12T06:42:05.270" v="812" actId="1037"/>
          <ac:picMkLst>
            <pc:docMk/>
            <pc:sldMk cId="0" sldId="264"/>
            <ac:picMk id="31" creationId="{E1581250-F10E-AEE5-CE66-C7145CC1B711}"/>
          </ac:picMkLst>
        </pc:picChg>
        <pc:picChg chg="add del mod">
          <ac:chgData name="박효주" userId="5754f08e-4fae-4140-9037-fe70c38de0e4" providerId="ADAL" clId="{56FA5FA3-B6BB-472C-9A27-487588A147DA}" dt="2026-10-12T06:47:00.037" v="881" actId="478"/>
          <ac:picMkLst>
            <pc:docMk/>
            <pc:sldMk cId="0" sldId="264"/>
            <ac:picMk id="33" creationId="{17F5E00D-DE1B-10CD-D165-F33DA4116F93}"/>
          </ac:picMkLst>
        </pc:picChg>
        <pc:picChg chg="add mod">
          <ac:chgData name="박효주" userId="5754f08e-4fae-4140-9037-fe70c38de0e4" providerId="ADAL" clId="{56FA5FA3-B6BB-472C-9A27-487588A147DA}" dt="2026-10-12T06:42:05.270" v="812" actId="1037"/>
          <ac:picMkLst>
            <pc:docMk/>
            <pc:sldMk cId="0" sldId="264"/>
            <ac:picMk id="34" creationId="{01C3F152-1459-F644-6493-2B10B8FDBB20}"/>
          </ac:picMkLst>
        </pc:picChg>
        <pc:cxnChg chg="add del mod">
          <ac:chgData name="박효주" userId="5754f08e-4fae-4140-9037-fe70c38de0e4" providerId="ADAL" clId="{56FA5FA3-B6BB-472C-9A27-487588A147DA}" dt="2026-10-12T06:44:42.511" v="852" actId="478"/>
          <ac:cxnSpMkLst>
            <pc:docMk/>
            <pc:sldMk cId="0" sldId="264"/>
            <ac:cxnSpMk id="37" creationId="{8F57FF50-BA9E-5DD9-C43D-928F2CAEA7C3}"/>
          </ac:cxnSpMkLst>
        </pc:cxnChg>
        <pc:cxnChg chg="add del mod">
          <ac:chgData name="박효주" userId="5754f08e-4fae-4140-9037-fe70c38de0e4" providerId="ADAL" clId="{56FA5FA3-B6BB-472C-9A27-487588A147DA}" dt="2026-10-12T06:45:13.947" v="856" actId="478"/>
          <ac:cxnSpMkLst>
            <pc:docMk/>
            <pc:sldMk cId="0" sldId="264"/>
            <ac:cxnSpMk id="46" creationId="{F73150BD-FD93-450D-616B-8378490AE50F}"/>
          </ac:cxnSpMkLst>
        </pc:cxnChg>
        <pc:cxnChg chg="add mod">
          <ac:chgData name="박효주" userId="5754f08e-4fae-4140-9037-fe70c38de0e4" providerId="ADAL" clId="{56FA5FA3-B6BB-472C-9A27-487588A147DA}" dt="2026-10-12T06:46:00.613" v="865" actId="208"/>
          <ac:cxnSpMkLst>
            <pc:docMk/>
            <pc:sldMk cId="0" sldId="264"/>
            <ac:cxnSpMk id="50" creationId="{AF367058-3DBF-748E-6DAD-5D843ED445F0}"/>
          </ac:cxnSpMkLst>
        </pc:cxnChg>
        <pc:cxnChg chg="add mod">
          <ac:chgData name="박효주" userId="5754f08e-4fae-4140-9037-fe70c38de0e4" providerId="ADAL" clId="{56FA5FA3-B6BB-472C-9A27-487588A147DA}" dt="2026-10-12T06:46:17.835" v="869" actId="14100"/>
          <ac:cxnSpMkLst>
            <pc:docMk/>
            <pc:sldMk cId="0" sldId="264"/>
            <ac:cxnSpMk id="57" creationId="{F47D4284-41A6-9AA3-6C27-9AD9C7B5E9FE}"/>
          </ac:cxnSpMkLst>
        </pc:cxnChg>
        <pc:cxnChg chg="add mod">
          <ac:chgData name="박효주" userId="5754f08e-4fae-4140-9037-fe70c38de0e4" providerId="ADAL" clId="{56FA5FA3-B6BB-472C-9A27-487588A147DA}" dt="2026-10-12T06:46:33.729" v="874" actId="14100"/>
          <ac:cxnSpMkLst>
            <pc:docMk/>
            <pc:sldMk cId="0" sldId="264"/>
            <ac:cxnSpMk id="60" creationId="{9A6D957B-4DAD-87C1-4121-48236C5FE23E}"/>
          </ac:cxnSpMkLst>
        </pc:cxnChg>
        <pc:cxnChg chg="add mod">
          <ac:chgData name="박효주" userId="5754f08e-4fae-4140-9037-fe70c38de0e4" providerId="ADAL" clId="{56FA5FA3-B6BB-472C-9A27-487588A147DA}" dt="2026-10-12T06:46:47.875" v="878" actId="14100"/>
          <ac:cxnSpMkLst>
            <pc:docMk/>
            <pc:sldMk cId="0" sldId="264"/>
            <ac:cxnSpMk id="64" creationId="{745BB1F2-E583-523D-C809-285BFF57591A}"/>
          </ac:cxnSpMkLst>
        </pc:cxnChg>
        <pc:cxnChg chg="add mod">
          <ac:chgData name="박효주" userId="5754f08e-4fae-4140-9037-fe70c38de0e4" providerId="ADAL" clId="{56FA5FA3-B6BB-472C-9A27-487588A147DA}" dt="2026-10-12T06:47:16.095" v="884" actId="208"/>
          <ac:cxnSpMkLst>
            <pc:docMk/>
            <pc:sldMk cId="0" sldId="264"/>
            <ac:cxnSpMk id="69" creationId="{4E31B12D-389B-A667-5805-BF6CFF065C9B}"/>
          </ac:cxnSpMkLst>
        </pc:cxnChg>
        <pc:cxnChg chg="add mod">
          <ac:chgData name="박효주" userId="5754f08e-4fae-4140-9037-fe70c38de0e4" providerId="ADAL" clId="{56FA5FA3-B6BB-472C-9A27-487588A147DA}" dt="2026-10-12T06:47:32.371" v="888" actId="14100"/>
          <ac:cxnSpMkLst>
            <pc:docMk/>
            <pc:sldMk cId="0" sldId="264"/>
            <ac:cxnSpMk id="70" creationId="{8C4AD23D-1F1F-C2B4-FDAC-61D05BEB0841}"/>
          </ac:cxnSpMkLst>
        </pc:cxnChg>
        <pc:cxnChg chg="add mod">
          <ac:chgData name="박효주" userId="5754f08e-4fae-4140-9037-fe70c38de0e4" providerId="ADAL" clId="{56FA5FA3-B6BB-472C-9A27-487588A147DA}" dt="2026-10-12T06:47:40.323" v="891" actId="14100"/>
          <ac:cxnSpMkLst>
            <pc:docMk/>
            <pc:sldMk cId="0" sldId="264"/>
            <ac:cxnSpMk id="73" creationId="{424627B3-3B7F-5F93-A191-C24DEF12C29D}"/>
          </ac:cxnSpMkLst>
        </pc:cxnChg>
        <pc:cxnChg chg="add del mod">
          <ac:chgData name="박효주" userId="5754f08e-4fae-4140-9037-fe70c38de0e4" providerId="ADAL" clId="{56FA5FA3-B6BB-472C-9A27-487588A147DA}" dt="2026-10-12T06:58:55.582" v="893" actId="478"/>
          <ac:cxnSpMkLst>
            <pc:docMk/>
            <pc:sldMk cId="0" sldId="264"/>
            <ac:cxnSpMk id="76" creationId="{7D5D4B21-ED64-578B-6AD7-AFBCFC3A9BA7}"/>
          </ac:cxnSpMkLst>
        </pc:cxnChg>
      </pc:sldChg>
      <pc:sldChg chg="addSp modSp mod">
        <pc:chgData name="박효주" userId="5754f08e-4fae-4140-9037-fe70c38de0e4" providerId="ADAL" clId="{56FA5FA3-B6BB-472C-9A27-487588A147DA}" dt="2026-10-12T08:30:28.846" v="2927" actId="20577"/>
        <pc:sldMkLst>
          <pc:docMk/>
          <pc:sldMk cId="0" sldId="265"/>
        </pc:sldMkLst>
        <pc:spChg chg="mod">
          <ac:chgData name="박효주" userId="5754f08e-4fae-4140-9037-fe70c38de0e4" providerId="ADAL" clId="{56FA5FA3-B6BB-472C-9A27-487588A147DA}" dt="2026-10-12T08:29:43.118" v="2901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5:20.156" v="2463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6:12.381" v="2489" actId="103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7:53.444" v="2700" actId="1036"/>
          <ac:spMkLst>
            <pc:docMk/>
            <pc:sldMk cId="0" sldId="265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30:28.846" v="2927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8:10.164" v="2746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8:44.924" v="2897" actId="14100"/>
          <ac:spMkLst>
            <pc:docMk/>
            <pc:sldMk cId="0" sldId="265"/>
            <ac:spMk id="2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24:55.525" v="2461" actId="14100"/>
          <ac:spMkLst>
            <pc:docMk/>
            <pc:sldMk cId="0" sldId="265"/>
            <ac:spMk id="29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26:38.593" v="2530" actId="1035"/>
          <ac:picMkLst>
            <pc:docMk/>
            <pc:sldMk cId="0" sldId="265"/>
            <ac:picMk id="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4:30.047" v="2455" actId="1076"/>
          <ac:picMkLst>
            <pc:docMk/>
            <pc:sldMk cId="0" sldId="265"/>
            <ac:picMk id="3" creationId="{ED872BD9-5F70-33DC-9FB5-525378E8FCD4}"/>
          </ac:picMkLst>
        </pc:picChg>
        <pc:picChg chg="mod">
          <ac:chgData name="박효주" userId="5754f08e-4fae-4140-9037-fe70c38de0e4" providerId="ADAL" clId="{56FA5FA3-B6BB-472C-9A27-487588A147DA}" dt="2026-10-12T08:26:16.493" v="2491" actId="1035"/>
          <ac:picMkLst>
            <pc:docMk/>
            <pc:sldMk cId="0" sldId="265"/>
            <ac:picMk id="15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5:13.675" v="2462" actId="1076"/>
          <ac:picMkLst>
            <pc:docMk/>
            <pc:sldMk cId="0" sldId="265"/>
            <ac:picMk id="1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3.444" v="2700" actId="1036"/>
          <ac:picMkLst>
            <pc:docMk/>
            <pc:sldMk cId="0" sldId="265"/>
            <ac:picMk id="19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3.444" v="2700" actId="1036"/>
          <ac:picMkLst>
            <pc:docMk/>
            <pc:sldMk cId="0" sldId="265"/>
            <ac:picMk id="20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7.896" v="2705" actId="1036"/>
          <ac:picMkLst>
            <pc:docMk/>
            <pc:sldMk cId="0" sldId="265"/>
            <ac:picMk id="2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7.896" v="2705" actId="1036"/>
          <ac:picMkLst>
            <pc:docMk/>
            <pc:sldMk cId="0" sldId="265"/>
            <ac:picMk id="2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4:32.277" v="2456" actId="1076"/>
          <ac:picMkLst>
            <pc:docMk/>
            <pc:sldMk cId="0" sldId="265"/>
            <ac:picMk id="25" creationId="{B37BF063-EA8F-049B-71F5-5A114ED7E0ED}"/>
          </ac:picMkLst>
        </pc:picChg>
        <pc:picChg chg="mod">
          <ac:chgData name="박효주" userId="5754f08e-4fae-4140-9037-fe70c38de0e4" providerId="ADAL" clId="{56FA5FA3-B6BB-472C-9A27-487588A147DA}" dt="2026-10-12T08:25:13.675" v="2462" actId="1076"/>
          <ac:picMkLst>
            <pc:docMk/>
            <pc:sldMk cId="0" sldId="265"/>
            <ac:picMk id="2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3.444" v="2700" actId="1036"/>
          <ac:picMkLst>
            <pc:docMk/>
            <pc:sldMk cId="0" sldId="265"/>
            <ac:picMk id="27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27:57.896" v="2705" actId="1036"/>
          <ac:picMkLst>
            <pc:docMk/>
            <pc:sldMk cId="0" sldId="265"/>
            <ac:picMk id="28" creationId="{00000000-0000-0000-0000-000000000000}"/>
          </ac:picMkLst>
        </pc:picChg>
        <pc:picChg chg="add mod modCrop">
          <ac:chgData name="박효주" userId="5754f08e-4fae-4140-9037-fe70c38de0e4" providerId="ADAL" clId="{56FA5FA3-B6BB-472C-9A27-487588A147DA}" dt="2026-10-12T08:24:49.658" v="2460" actId="1076"/>
          <ac:picMkLst>
            <pc:docMk/>
            <pc:sldMk cId="0" sldId="265"/>
            <ac:picMk id="30" creationId="{F4508AF1-E432-E9FF-86CB-9C9644908D6C}"/>
          </ac:picMkLst>
        </pc:picChg>
        <pc:picChg chg="mod">
          <ac:chgData name="박효주" userId="5754f08e-4fae-4140-9037-fe70c38de0e4" providerId="ADAL" clId="{56FA5FA3-B6BB-472C-9A27-487588A147DA}" dt="2026-10-12T08:30:03.621" v="2903" actId="1076"/>
          <ac:picMkLst>
            <pc:docMk/>
            <pc:sldMk cId="0" sldId="265"/>
            <ac:picMk id="31" creationId="{7F93CA73-C24E-C593-0222-B6639BADA2E2}"/>
          </ac:picMkLst>
        </pc:picChg>
      </pc:sldChg>
      <pc:sldChg chg="delSp modSp mod">
        <pc:chgData name="박효주" userId="5754f08e-4fae-4140-9037-fe70c38de0e4" providerId="ADAL" clId="{56FA5FA3-B6BB-472C-9A27-487588A147DA}" dt="2026-10-12T08:59:03.264" v="3041" actId="20577"/>
        <pc:sldMkLst>
          <pc:docMk/>
          <pc:sldMk cId="0" sldId="266"/>
        </pc:sldMkLst>
        <pc:spChg chg="del">
          <ac:chgData name="박효주" userId="5754f08e-4fae-4140-9037-fe70c38de0e4" providerId="ADAL" clId="{56FA5FA3-B6BB-472C-9A27-487588A147DA}" dt="2026-10-12T06:33:03.100" v="209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2:59.666" v="208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9:03.264" v="3041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3:37.940" v="213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3:37.940" v="213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3:37.940" v="213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1:39.204" v="2977" actId="1076"/>
          <ac:spMkLst>
            <pc:docMk/>
            <pc:sldMk cId="0" sldId="266"/>
            <ac:spMk id="2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1:39.204" v="2977" actId="107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2:29.799" v="2991" actId="20577"/>
          <ac:spMkLst>
            <pc:docMk/>
            <pc:sldMk cId="0" sldId="266"/>
            <ac:spMk id="24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1:47.237" v="2978" actId="14100"/>
          <ac:spMkLst>
            <pc:docMk/>
            <pc:sldMk cId="0" sldId="266"/>
            <ac:spMk id="2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1:51.724" v="2979" actId="14100"/>
          <ac:spMkLst>
            <pc:docMk/>
            <pc:sldMk cId="0" sldId="266"/>
            <ac:spMk id="2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51:55.748" v="2980" actId="14100"/>
          <ac:spMkLst>
            <pc:docMk/>
            <pc:sldMk cId="0" sldId="266"/>
            <ac:spMk id="29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52:33.199" v="2992" actId="14100"/>
          <ac:picMkLst>
            <pc:docMk/>
            <pc:sldMk cId="0" sldId="266"/>
            <ac:picMk id="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52:02.420" v="2983" actId="1076"/>
          <ac:picMkLst>
            <pc:docMk/>
            <pc:sldMk cId="0" sldId="266"/>
            <ac:picMk id="3" creationId="{EBF6625A-9CC9-9BC2-5F28-DE054C86C880}"/>
          </ac:picMkLst>
        </pc:picChg>
        <pc:picChg chg="mod">
          <ac:chgData name="박효주" userId="5754f08e-4fae-4140-9037-fe70c38de0e4" providerId="ADAL" clId="{56FA5FA3-B6BB-472C-9A27-487588A147DA}" dt="2026-10-12T08:52:14.997" v="2988" actId="1076"/>
          <ac:picMkLst>
            <pc:docMk/>
            <pc:sldMk cId="0" sldId="266"/>
            <ac:picMk id="13" creationId="{BB319F15-145E-7C72-7117-FD1F6F0DEFAF}"/>
          </ac:picMkLst>
        </pc:picChg>
        <pc:picChg chg="mod">
          <ac:chgData name="박효주" userId="5754f08e-4fae-4140-9037-fe70c38de0e4" providerId="ADAL" clId="{56FA5FA3-B6BB-472C-9A27-487588A147DA}" dt="2026-10-12T08:52:07.020" v="2985" actId="14100"/>
          <ac:picMkLst>
            <pc:docMk/>
            <pc:sldMk cId="0" sldId="266"/>
            <ac:picMk id="14" creationId="{15416CDB-C951-0904-1E20-D54019CEC7E7}"/>
          </ac:picMkLst>
        </pc:picChg>
        <pc:picChg chg="mod">
          <ac:chgData name="박효주" userId="5754f08e-4fae-4140-9037-fe70c38de0e4" providerId="ADAL" clId="{56FA5FA3-B6BB-472C-9A27-487588A147DA}" dt="2026-10-12T06:33:37.940" v="213" actId="1076"/>
          <ac:picMkLst>
            <pc:docMk/>
            <pc:sldMk cId="0" sldId="266"/>
            <ac:picMk id="16" creationId="{00000000-0000-0000-0000-000000000000}"/>
          </ac:picMkLst>
        </pc:picChg>
      </pc:sldChg>
      <pc:sldChg chg="addSp delSp modSp mod">
        <pc:chgData name="박효주" userId="5754f08e-4fae-4140-9037-fe70c38de0e4" providerId="ADAL" clId="{56FA5FA3-B6BB-472C-9A27-487588A147DA}" dt="2026-10-12T08:58:18.043" v="3026" actId="1076"/>
        <pc:sldMkLst>
          <pc:docMk/>
          <pc:sldMk cId="0" sldId="267"/>
        </pc:sldMkLst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3" creationId="{4B079AC3-81D3-D983-4867-0A8182E11502}"/>
          </ac:spMkLst>
        </pc:spChg>
        <pc:spChg chg="add del">
          <ac:chgData name="박효주" userId="5754f08e-4fae-4140-9037-fe70c38de0e4" providerId="ADAL" clId="{56FA5FA3-B6BB-472C-9A27-487588A147DA}" dt="2026-10-12T08:04:44.075" v="1528" actId="478"/>
          <ac:spMkLst>
            <pc:docMk/>
            <pc:sldMk cId="0" sldId="267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2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49.585" v="1529" actId="1076"/>
          <ac:spMkLst>
            <pc:docMk/>
            <pc:sldMk cId="0" sldId="267"/>
            <ac:spMk id="25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57:21.457" v="3014" actId="1076"/>
          <ac:picMkLst>
            <pc:docMk/>
            <pc:sldMk cId="0" sldId="267"/>
            <ac:picMk id="2" creationId="{00000000-0000-0000-0000-000000000000}"/>
          </ac:picMkLst>
        </pc:picChg>
        <pc:picChg chg="mod modCrop">
          <ac:chgData name="박효주" userId="5754f08e-4fae-4140-9037-fe70c38de0e4" providerId="ADAL" clId="{56FA5FA3-B6BB-472C-9A27-487588A147DA}" dt="2026-10-12T08:58:02.092" v="3025" actId="1076"/>
          <ac:picMkLst>
            <pc:docMk/>
            <pc:sldMk cId="0" sldId="267"/>
            <ac:picMk id="7" creationId="{A55A6C87-A854-FFC0-9F81-DD9E5B4983B4}"/>
          </ac:picMkLst>
        </pc:picChg>
        <pc:picChg chg="mod">
          <ac:chgData name="박효주" userId="5754f08e-4fae-4140-9037-fe70c38de0e4" providerId="ADAL" clId="{56FA5FA3-B6BB-472C-9A27-487588A147DA}" dt="2026-10-12T08:04:49.585" v="1529" actId="1076"/>
          <ac:picMkLst>
            <pc:docMk/>
            <pc:sldMk cId="0" sldId="267"/>
            <ac:picMk id="10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8:57:14.165" v="3013" actId="478"/>
          <ac:picMkLst>
            <pc:docMk/>
            <pc:sldMk cId="0" sldId="267"/>
            <ac:picMk id="26" creationId="{48EAD2C2-7B19-B3EE-C952-E6811EBE5342}"/>
          </ac:picMkLst>
        </pc:picChg>
        <pc:picChg chg="add mod">
          <ac:chgData name="박효주" userId="5754f08e-4fae-4140-9037-fe70c38de0e4" providerId="ADAL" clId="{56FA5FA3-B6BB-472C-9A27-487588A147DA}" dt="2026-10-12T08:58:18.043" v="3026" actId="1076"/>
          <ac:picMkLst>
            <pc:docMk/>
            <pc:sldMk cId="0" sldId="267"/>
            <ac:picMk id="27" creationId="{19A133AA-59E2-560B-DA34-BCE0D763E7D3}"/>
          </ac:picMkLst>
        </pc:picChg>
      </pc:sldChg>
      <pc:sldChg chg="delSp modSp mod">
        <pc:chgData name="박효주" userId="5754f08e-4fae-4140-9037-fe70c38de0e4" providerId="ADAL" clId="{56FA5FA3-B6BB-472C-9A27-487588A147DA}" dt="2026-10-12T08:06:55.879" v="1601" actId="20577"/>
        <pc:sldMkLst>
          <pc:docMk/>
          <pc:sldMk cId="0" sldId="270"/>
        </pc:sldMkLst>
        <pc:spChg chg="del">
          <ac:chgData name="박효주" userId="5754f08e-4fae-4140-9037-fe70c38de0e4" providerId="ADAL" clId="{56FA5FA3-B6BB-472C-9A27-487588A147DA}" dt="2026-10-12T08:02:26.866" v="1500" actId="478"/>
          <ac:spMkLst>
            <pc:docMk/>
            <pc:sldMk cId="0" sldId="270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6:55.879" v="1601" actId="20577"/>
          <ac:spMkLst>
            <pc:docMk/>
            <pc:sldMk cId="0" sldId="270"/>
            <ac:spMk id="1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6:44.038" v="158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2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2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2:36.559" v="1501" actId="1076"/>
          <ac:spMkLst>
            <pc:docMk/>
            <pc:sldMk cId="0" sldId="270"/>
            <ac:spMk id="39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02:24.997" v="1499" actId="14100"/>
          <ac:picMkLst>
            <pc:docMk/>
            <pc:sldMk cId="0" sldId="270"/>
            <ac:picMk id="2" creationId="{00000000-0000-0000-0000-000000000000}"/>
          </ac:picMkLst>
        </pc:picChg>
        <pc:picChg chg="del mod">
          <ac:chgData name="박효주" userId="5754f08e-4fae-4140-9037-fe70c38de0e4" providerId="ADAL" clId="{56FA5FA3-B6BB-472C-9A27-487588A147DA}" dt="2026-10-12T08:02:21.473" v="1498" actId="478"/>
          <ac:picMkLst>
            <pc:docMk/>
            <pc:sldMk cId="0" sldId="270"/>
            <ac:picMk id="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2:11.549" v="1491" actId="1035"/>
          <ac:picMkLst>
            <pc:docMk/>
            <pc:sldMk cId="0" sldId="270"/>
            <ac:picMk id="3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2:07.742" v="1486" actId="1036"/>
          <ac:picMkLst>
            <pc:docMk/>
            <pc:sldMk cId="0" sldId="270"/>
            <ac:picMk id="42" creationId="{00000000-0000-0000-0000-000000000000}"/>
          </ac:picMkLst>
        </pc:picChg>
      </pc:sldChg>
      <pc:sldChg chg="delSp modSp add del mod setBg">
        <pc:chgData name="박효주" userId="5754f08e-4fae-4140-9037-fe70c38de0e4" providerId="ADAL" clId="{56FA5FA3-B6BB-472C-9A27-487588A147DA}" dt="2026-10-12T08:00:38" v="1471" actId="1076"/>
        <pc:sldMkLst>
          <pc:docMk/>
          <pc:sldMk cId="0" sldId="274"/>
        </pc:sldMkLst>
        <pc:spChg chg="del">
          <ac:chgData name="박효주" userId="5754f08e-4fae-4140-9037-fe70c38de0e4" providerId="ADAL" clId="{56FA5FA3-B6BB-472C-9A27-487588A147DA}" dt="2026-10-12T08:00:30.034" v="1470" actId="478"/>
          <ac:spMkLst>
            <pc:docMk/>
            <pc:sldMk cId="0" sldId="274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0:25.993" v="1469" actId="14100"/>
          <ac:spMkLst>
            <pc:docMk/>
            <pc:sldMk cId="0" sldId="274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59:51.246" v="1425" actId="2057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0:38" v="1471" actId="107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0:38" v="1471" actId="1076"/>
          <ac:spMkLst>
            <pc:docMk/>
            <pc:sldMk cId="0" sldId="274"/>
            <ac:spMk id="1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0:38" v="1471" actId="107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0:38" v="1471" actId="1076"/>
          <ac:spMkLst>
            <pc:docMk/>
            <pc:sldMk cId="0" sldId="274"/>
            <ac:spMk id="20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2" creationId="{00000000-0000-0000-0000-000000000000}"/>
          </ac:picMkLst>
        </pc:picChg>
        <pc:picChg chg="del">
          <ac:chgData name="박효주" userId="5754f08e-4fae-4140-9037-fe70c38de0e4" providerId="ADAL" clId="{56FA5FA3-B6BB-472C-9A27-487588A147DA}" dt="2026-10-12T07:57:07.439" v="1000" actId="478"/>
          <ac:picMkLst>
            <pc:docMk/>
            <pc:sldMk cId="0" sldId="274"/>
            <ac:picMk id="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1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1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15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21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0:38" v="1471" actId="1076"/>
          <ac:picMkLst>
            <pc:docMk/>
            <pc:sldMk cId="0" sldId="274"/>
            <ac:picMk id="22" creationId="{00000000-0000-0000-0000-000000000000}"/>
          </ac:picMkLst>
        </pc:picChg>
      </pc:sldChg>
      <pc:sldChg chg="delSp modSp add del mod setBg">
        <pc:chgData name="박효주" userId="5754f08e-4fae-4140-9037-fe70c38de0e4" providerId="ADAL" clId="{56FA5FA3-B6BB-472C-9A27-487588A147DA}" dt="2026-10-12T08:07:52.518" v="1654" actId="20577"/>
        <pc:sldMkLst>
          <pc:docMk/>
          <pc:sldMk cId="0" sldId="275"/>
        </pc:sldMkLst>
        <pc:spChg chg="del mod">
          <ac:chgData name="박효주" userId="5754f08e-4fae-4140-9037-fe70c38de0e4" providerId="ADAL" clId="{56FA5FA3-B6BB-472C-9A27-487588A147DA}" dt="2026-10-12T08:03:48.529" v="1523" actId="478"/>
          <ac:spMkLst>
            <pc:docMk/>
            <pc:sldMk cId="0" sldId="275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04.854" v="1526" actId="14100"/>
          <ac:spMkLst>
            <pc:docMk/>
            <pc:sldMk cId="0" sldId="275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52.518" v="1654" actId="20577"/>
          <ac:spMkLst>
            <pc:docMk/>
            <pc:sldMk cId="0" sldId="275"/>
            <ac:spMk id="1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44.220" v="1640"/>
          <ac:spMkLst>
            <pc:docMk/>
            <pc:sldMk cId="0" sldId="275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54.560" v="1524" actId="1076"/>
          <ac:spMkLst>
            <pc:docMk/>
            <pc:sldMk cId="0" sldId="275"/>
            <ac:spMk id="26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03:54.560" v="1524" actId="1076"/>
          <ac:picMkLst>
            <pc:docMk/>
            <pc:sldMk cId="0" sldId="275"/>
            <ac:picMk id="21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3:54.560" v="1524" actId="1076"/>
          <ac:picMkLst>
            <pc:docMk/>
            <pc:sldMk cId="0" sldId="275"/>
            <ac:picMk id="2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3:58.614" v="1525" actId="1076"/>
          <ac:picMkLst>
            <pc:docMk/>
            <pc:sldMk cId="0" sldId="275"/>
            <ac:picMk id="38" creationId="{A776628D-E991-B7B5-D6A5-868B3660A72C}"/>
          </ac:picMkLst>
        </pc:picChg>
      </pc:sldChg>
      <pc:sldChg chg="modSp mod">
        <pc:chgData name="박효주" userId="5754f08e-4fae-4140-9037-fe70c38de0e4" providerId="ADAL" clId="{56FA5FA3-B6BB-472C-9A27-487588A147DA}" dt="2026-10-12T08:59:53.950" v="3053" actId="20577"/>
        <pc:sldMkLst>
          <pc:docMk/>
          <pc:sldMk cId="0" sldId="278"/>
        </pc:sldMkLst>
        <pc:spChg chg="mod">
          <ac:chgData name="박효주" userId="5754f08e-4fae-4140-9037-fe70c38de0e4" providerId="ADAL" clId="{56FA5FA3-B6BB-472C-9A27-487588A147DA}" dt="2026-10-12T08:59:53.950" v="3053" actId="20577"/>
          <ac:spMkLst>
            <pc:docMk/>
            <pc:sldMk cId="0" sldId="278"/>
            <ac:spMk id="16" creationId="{00000000-0000-0000-0000-000000000000}"/>
          </ac:spMkLst>
        </pc:spChg>
      </pc:sldChg>
      <pc:sldChg chg="addSp delSp modSp mod">
        <pc:chgData name="박효주" userId="5754f08e-4fae-4140-9037-fe70c38de0e4" providerId="ADAL" clId="{56FA5FA3-B6BB-472C-9A27-487588A147DA}" dt="2026-10-12T08:41:20.917" v="2952" actId="1076"/>
        <pc:sldMkLst>
          <pc:docMk/>
          <pc:sldMk cId="0" sldId="279"/>
        </pc:sldMkLst>
        <pc:spChg chg="del">
          <ac:chgData name="박효주" userId="5754f08e-4fae-4140-9037-fe70c38de0e4" providerId="ADAL" clId="{56FA5FA3-B6BB-472C-9A27-487588A147DA}" dt="2026-10-12T06:34:23.397" v="254" actId="478"/>
          <ac:spMkLst>
            <pc:docMk/>
            <pc:sldMk cId="0" sldId="279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19.394" v="253" actId="20577"/>
          <ac:spMkLst>
            <pc:docMk/>
            <pc:sldMk cId="0" sldId="279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3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4:31.311" v="255" actId="1076"/>
          <ac:spMkLst>
            <pc:docMk/>
            <pc:sldMk cId="0" sldId="279"/>
            <ac:spMk id="3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33:51.563" v="2930" actId="20577"/>
          <ac:spMkLst>
            <pc:docMk/>
            <pc:sldMk cId="0" sldId="279"/>
            <ac:spMk id="38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6:34:05.704" v="215" actId="14100"/>
          <ac:picMkLst>
            <pc:docMk/>
            <pc:sldMk cId="0" sldId="279"/>
            <ac:picMk id="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41:20.917" v="2952" actId="1076"/>
          <ac:picMkLst>
            <pc:docMk/>
            <pc:sldMk cId="0" sldId="279"/>
            <ac:picMk id="3" creationId="{E3416BD1-AE0F-8455-50B3-7DCD28A8B6E9}"/>
          </ac:picMkLst>
        </pc:picChg>
        <pc:picChg chg="add mod modCrop">
          <ac:chgData name="박효주" userId="5754f08e-4fae-4140-9037-fe70c38de0e4" providerId="ADAL" clId="{56FA5FA3-B6BB-472C-9A27-487588A147DA}" dt="2026-10-12T08:41:15.100" v="2950" actId="1076"/>
          <ac:picMkLst>
            <pc:docMk/>
            <pc:sldMk cId="0" sldId="279"/>
            <ac:picMk id="8" creationId="{7B0330B9-4AE2-B683-5F31-93D02AD35F82}"/>
          </ac:picMkLst>
        </pc:picChg>
        <pc:picChg chg="mod">
          <ac:chgData name="박효주" userId="5754f08e-4fae-4140-9037-fe70c38de0e4" providerId="ADAL" clId="{56FA5FA3-B6BB-472C-9A27-487588A147DA}" dt="2026-10-12T06:34:31.311" v="255" actId="1076"/>
          <ac:picMkLst>
            <pc:docMk/>
            <pc:sldMk cId="0" sldId="279"/>
            <ac:picMk id="18" creationId="{00000000-0000-0000-0000-000000000000}"/>
          </ac:picMkLst>
        </pc:picChg>
        <pc:picChg chg="add mod modCrop">
          <ac:chgData name="박효주" userId="5754f08e-4fae-4140-9037-fe70c38de0e4" providerId="ADAL" clId="{56FA5FA3-B6BB-472C-9A27-487588A147DA}" dt="2026-10-12T08:41:18.062" v="2951" actId="1076"/>
          <ac:picMkLst>
            <pc:docMk/>
            <pc:sldMk cId="0" sldId="279"/>
            <ac:picMk id="40" creationId="{9551EBA0-6B3F-93BA-6414-F223AEA435E4}"/>
          </ac:picMkLst>
        </pc:picChg>
      </pc:sldChg>
      <pc:sldChg chg="modSp mod ord">
        <pc:chgData name="박효주" userId="5754f08e-4fae-4140-9037-fe70c38de0e4" providerId="ADAL" clId="{56FA5FA3-B6BB-472C-9A27-487588A147DA}" dt="2026-10-12T06:38:45.930" v="715" actId="20577"/>
        <pc:sldMkLst>
          <pc:docMk/>
          <pc:sldMk cId="0" sldId="282"/>
        </pc:sldMkLst>
        <pc:spChg chg="mod">
          <ac:chgData name="박효주" userId="5754f08e-4fae-4140-9037-fe70c38de0e4" providerId="ADAL" clId="{56FA5FA3-B6BB-472C-9A27-487588A147DA}" dt="2026-10-12T06:38:45.930" v="715" actId="20577"/>
          <ac:spMkLst>
            <pc:docMk/>
            <pc:sldMk cId="0" sldId="282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7:47.316" v="558" actId="20577"/>
          <ac:spMkLst>
            <pc:docMk/>
            <pc:sldMk cId="0" sldId="282"/>
            <ac:spMk id="1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6:43.722" v="412" actId="20577"/>
          <ac:spMkLst>
            <pc:docMk/>
            <pc:sldMk cId="0" sldId="282"/>
            <ac:spMk id="1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8:36.611" v="708" actId="20577"/>
          <ac:spMkLst>
            <pc:docMk/>
            <pc:sldMk cId="0" sldId="282"/>
            <ac:spMk id="2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8:12.958" v="634" actId="20577"/>
          <ac:spMkLst>
            <pc:docMk/>
            <pc:sldMk cId="0" sldId="282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6:37:33.525" v="507" actId="20577"/>
          <ac:spMkLst>
            <pc:docMk/>
            <pc:sldMk cId="0" sldId="282"/>
            <ac:spMk id="31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6:35:15.013" v="260" actId="14100"/>
          <ac:picMkLst>
            <pc:docMk/>
            <pc:sldMk cId="0" sldId="282"/>
            <ac:picMk id="2" creationId="{00000000-0000-0000-0000-000000000000}"/>
          </ac:picMkLst>
        </pc:picChg>
      </pc:sldChg>
      <pc:sldChg chg="modSp mod setBg">
        <pc:chgData name="박효주" userId="5754f08e-4fae-4140-9037-fe70c38de0e4" providerId="ADAL" clId="{56FA5FA3-B6BB-472C-9A27-487588A147DA}" dt="2026-10-12T08:14:29.024" v="2083" actId="20577"/>
        <pc:sldMkLst>
          <pc:docMk/>
          <pc:sldMk cId="1229656876" sldId="283"/>
        </pc:sldMkLst>
        <pc:spChg chg="mod">
          <ac:chgData name="박효주" userId="5754f08e-4fae-4140-9037-fe70c38de0e4" providerId="ADAL" clId="{56FA5FA3-B6BB-472C-9A27-487588A147DA}" dt="2026-10-12T08:08:25.977" v="1656" actId="255"/>
          <ac:spMkLst>
            <pc:docMk/>
            <pc:sldMk cId="1229656876" sldId="283"/>
            <ac:spMk id="14" creationId="{CC3C7FFC-583B-3313-805A-EA1E5E43D1D6}"/>
          </ac:spMkLst>
        </pc:spChg>
        <pc:spChg chg="mod ord">
          <ac:chgData name="박효주" userId="5754f08e-4fae-4140-9037-fe70c38de0e4" providerId="ADAL" clId="{56FA5FA3-B6BB-472C-9A27-487588A147DA}" dt="2026-10-12T08:10:16.364" v="1682" actId="1038"/>
          <ac:spMkLst>
            <pc:docMk/>
            <pc:sldMk cId="1229656876" sldId="283"/>
            <ac:spMk id="18" creationId="{D5B4A50C-CB28-416C-FD40-33C1034448BD}"/>
          </ac:spMkLst>
        </pc:spChg>
        <pc:spChg chg="mod ord">
          <ac:chgData name="박효주" userId="5754f08e-4fae-4140-9037-fe70c38de0e4" providerId="ADAL" clId="{56FA5FA3-B6BB-472C-9A27-487588A147DA}" dt="2026-10-12T08:10:37.854" v="1689" actId="14100"/>
          <ac:spMkLst>
            <pc:docMk/>
            <pc:sldMk cId="1229656876" sldId="283"/>
            <ac:spMk id="40" creationId="{B8256785-2FA5-5E13-3F6E-0A054750227E}"/>
          </ac:spMkLst>
        </pc:spChg>
        <pc:spChg chg="mod ord">
          <ac:chgData name="박효주" userId="5754f08e-4fae-4140-9037-fe70c38de0e4" providerId="ADAL" clId="{56FA5FA3-B6BB-472C-9A27-487588A147DA}" dt="2026-10-12T08:14:29.024" v="2083" actId="20577"/>
          <ac:spMkLst>
            <pc:docMk/>
            <pc:sldMk cId="1229656876" sldId="283"/>
            <ac:spMk id="42" creationId="{08E2F1B6-4F48-858D-3C92-AB54F86D686B}"/>
          </ac:spMkLst>
        </pc:spChg>
        <pc:spChg chg="mod ord">
          <ac:chgData name="박효주" userId="5754f08e-4fae-4140-9037-fe70c38de0e4" providerId="ADAL" clId="{56FA5FA3-B6BB-472C-9A27-487588A147DA}" dt="2026-10-12T08:11:35.346" v="1703" actId="14100"/>
          <ac:spMkLst>
            <pc:docMk/>
            <pc:sldMk cId="1229656876" sldId="283"/>
            <ac:spMk id="44" creationId="{96C71743-0BFB-1BB1-F366-2F9E0BF9FD30}"/>
          </ac:spMkLst>
        </pc:spChg>
        <pc:spChg chg="mod">
          <ac:chgData name="박효주" userId="5754f08e-4fae-4140-9037-fe70c38de0e4" providerId="ADAL" clId="{56FA5FA3-B6BB-472C-9A27-487588A147DA}" dt="2026-10-12T08:08:36.657" v="1657" actId="255"/>
          <ac:spMkLst>
            <pc:docMk/>
            <pc:sldMk cId="1229656876" sldId="283"/>
            <ac:spMk id="73" creationId="{3D576DDE-331D-7183-0D24-5E798704FE40}"/>
          </ac:spMkLst>
        </pc:spChg>
        <pc:spChg chg="mod">
          <ac:chgData name="박효주" userId="5754f08e-4fae-4140-9037-fe70c38de0e4" providerId="ADAL" clId="{56FA5FA3-B6BB-472C-9A27-487588A147DA}" dt="2026-10-12T08:08:41.324" v="1658" actId="255"/>
          <ac:spMkLst>
            <pc:docMk/>
            <pc:sldMk cId="1229656876" sldId="283"/>
            <ac:spMk id="79" creationId="{3F2E11FB-9650-E3E2-4185-D7BE0AAB6E58}"/>
          </ac:spMkLst>
        </pc:spChg>
        <pc:spChg chg="mod">
          <ac:chgData name="박효주" userId="5754f08e-4fae-4140-9037-fe70c38de0e4" providerId="ADAL" clId="{56FA5FA3-B6BB-472C-9A27-487588A147DA}" dt="2026-10-12T08:08:46.476" v="1659" actId="255"/>
          <ac:spMkLst>
            <pc:docMk/>
            <pc:sldMk cId="1229656876" sldId="283"/>
            <ac:spMk id="91" creationId="{81878A43-4B24-9ED3-1F51-511E835DF3D2}"/>
          </ac:spMkLst>
        </pc:spChg>
        <pc:picChg chg="mod">
          <ac:chgData name="박효주" userId="5754f08e-4fae-4140-9037-fe70c38de0e4" providerId="ADAL" clId="{56FA5FA3-B6BB-472C-9A27-487588A147DA}" dt="2026-10-12T08:10:30.093" v="1687" actId="1076"/>
          <ac:picMkLst>
            <pc:docMk/>
            <pc:sldMk cId="1229656876" sldId="283"/>
            <ac:picMk id="2" creationId="{2D8962B6-67F9-3278-6422-23FF95169E87}"/>
          </ac:picMkLst>
        </pc:picChg>
        <pc:picChg chg="mod ord">
          <ac:chgData name="박효주" userId="5754f08e-4fae-4140-9037-fe70c38de0e4" providerId="ADAL" clId="{56FA5FA3-B6BB-472C-9A27-487588A147DA}" dt="2026-10-12T08:09:43.295" v="1672" actId="166"/>
          <ac:picMkLst>
            <pc:docMk/>
            <pc:sldMk cId="1229656876" sldId="283"/>
            <ac:picMk id="17" creationId="{372C15C5-E2DC-405E-9680-F9DD51EFE010}"/>
          </ac:picMkLst>
        </pc:picChg>
        <pc:picChg chg="mod ord">
          <ac:chgData name="박효주" userId="5754f08e-4fae-4140-9037-fe70c38de0e4" providerId="ADAL" clId="{56FA5FA3-B6BB-472C-9A27-487588A147DA}" dt="2026-10-12T08:10:24.036" v="1684" actId="166"/>
          <ac:picMkLst>
            <pc:docMk/>
            <pc:sldMk cId="1229656876" sldId="283"/>
            <ac:picMk id="39" creationId="{C4304858-81B9-B9B8-93A6-4F27207486DD}"/>
          </ac:picMkLst>
        </pc:picChg>
        <pc:picChg chg="mod ord">
          <ac:chgData name="박효주" userId="5754f08e-4fae-4140-9037-fe70c38de0e4" providerId="ADAL" clId="{56FA5FA3-B6BB-472C-9A27-487588A147DA}" dt="2026-10-12T08:10:49.282" v="1693" actId="166"/>
          <ac:picMkLst>
            <pc:docMk/>
            <pc:sldMk cId="1229656876" sldId="283"/>
            <ac:picMk id="41" creationId="{C42D28E5-2B1D-422E-6F39-FA95FF4D41C2}"/>
          </ac:picMkLst>
        </pc:picChg>
        <pc:picChg chg="mod ord">
          <ac:chgData name="박효주" userId="5754f08e-4fae-4140-9037-fe70c38de0e4" providerId="ADAL" clId="{56FA5FA3-B6BB-472C-9A27-487588A147DA}" dt="2026-10-12T08:11:32.439" v="1702" actId="14100"/>
          <ac:picMkLst>
            <pc:docMk/>
            <pc:sldMk cId="1229656876" sldId="283"/>
            <ac:picMk id="43" creationId="{686A7033-DBA3-E54A-D867-1D07E25F1749}"/>
          </ac:picMkLst>
        </pc:picChg>
      </pc:sldChg>
      <pc:sldChg chg="modSp add del mod ord setBg">
        <pc:chgData name="박효주" userId="5754f08e-4fae-4140-9037-fe70c38de0e4" providerId="ADAL" clId="{56FA5FA3-B6BB-472C-9A27-487588A147DA}" dt="2026-10-12T08:55:02.359" v="3003" actId="20577"/>
        <pc:sldMkLst>
          <pc:docMk/>
          <pc:sldMk cId="680254858" sldId="286"/>
        </pc:sldMkLst>
        <pc:spChg chg="mod">
          <ac:chgData name="박효주" userId="5754f08e-4fae-4140-9037-fe70c38de0e4" providerId="ADAL" clId="{56FA5FA3-B6BB-472C-9A27-487588A147DA}" dt="2026-10-12T08:55:02.359" v="3003" actId="20577"/>
          <ac:spMkLst>
            <pc:docMk/>
            <pc:sldMk cId="680254858" sldId="286"/>
            <ac:spMk id="9" creationId="{1370D162-5DEF-0F7C-5F5F-D110B69E1319}"/>
          </ac:spMkLst>
        </pc:spChg>
        <pc:spChg chg="mod">
          <ac:chgData name="박효주" userId="5754f08e-4fae-4140-9037-fe70c38de0e4" providerId="ADAL" clId="{56FA5FA3-B6BB-472C-9A27-487588A147DA}" dt="2026-10-12T08:05:50.945" v="1564" actId="20577"/>
          <ac:spMkLst>
            <pc:docMk/>
            <pc:sldMk cId="680254858" sldId="286"/>
            <ac:spMk id="11" creationId="{FA16AADD-2909-DE93-23DF-362612B29221}"/>
          </ac:spMkLst>
        </pc:spChg>
        <pc:spChg chg="mod">
          <ac:chgData name="박효주" userId="5754f08e-4fae-4140-9037-fe70c38de0e4" providerId="ADAL" clId="{56FA5FA3-B6BB-472C-9A27-487588A147DA}" dt="2026-10-12T08:06:28.804" v="1586" actId="20577"/>
          <ac:spMkLst>
            <pc:docMk/>
            <pc:sldMk cId="680254858" sldId="286"/>
            <ac:spMk id="12" creationId="{72D91332-732A-A5AE-6992-0945037CE750}"/>
          </ac:spMkLst>
        </pc:spChg>
      </pc:sldChg>
      <pc:sldChg chg="addSp delSp modSp mod">
        <pc:chgData name="박효주" userId="5754f08e-4fae-4140-9037-fe70c38de0e4" providerId="ADAL" clId="{56FA5FA3-B6BB-472C-9A27-487588A147DA}" dt="2026-10-12T08:01:40.895" v="1473" actId="1076"/>
        <pc:sldMkLst>
          <pc:docMk/>
          <pc:sldMk cId="3520736088" sldId="287"/>
        </pc:sldMkLst>
        <pc:spChg chg="del">
          <ac:chgData name="박효주" userId="5754f08e-4fae-4140-9037-fe70c38de0e4" providerId="ADAL" clId="{56FA5FA3-B6BB-472C-9A27-487588A147DA}" dt="2026-10-12T08:01:34.571" v="1472" actId="478"/>
          <ac:spMkLst>
            <pc:docMk/>
            <pc:sldMk cId="3520736088" sldId="287"/>
            <ac:spMk id="12" creationId="{39C10AB1-8583-F006-64B3-153AF9D86DBB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17" creationId="{1C0B6332-BF2B-82A9-CACC-F4225C4DFEF6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18" creationId="{40903ACF-60A1-A4B0-8D52-EF13B5086EFB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0" creationId="{7FDBCC8D-20DE-5D9E-CC3A-49D1A3F5F78B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1" creationId="{35FE114E-4EBC-DE5A-F4D8-EF95B6BC022D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4" creationId="{843285AF-074F-B22E-C5FA-0EF62AC4D145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5" creationId="{87083F83-B030-778E-C424-F34EB0F33170}"/>
          </ac:spMkLst>
        </pc:spChg>
        <pc:spChg chg="add mod">
          <ac:chgData name="박효주" userId="5754f08e-4fae-4140-9037-fe70c38de0e4" providerId="ADAL" clId="{56FA5FA3-B6BB-472C-9A27-487588A147DA}" dt="2026-10-12T06:25:30.030" v="22" actId="20577"/>
          <ac:spMkLst>
            <pc:docMk/>
            <pc:sldMk cId="3520736088" sldId="287"/>
            <ac:spMk id="26" creationId="{2C31B94B-8CE0-49DC-AADC-B95F4B5B656D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7" creationId="{99F7AF7F-9BF3-7533-04BE-8D5E71B8BD0F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29" creationId="{67479AF1-E6CF-B65F-C8D7-5A465F1FF583}"/>
          </ac:spMkLst>
        </pc:spChg>
        <pc:spChg chg="mod">
          <ac:chgData name="박효주" userId="5754f08e-4fae-4140-9037-fe70c38de0e4" providerId="ADAL" clId="{56FA5FA3-B6BB-472C-9A27-487588A147DA}" dt="2026-10-12T08:01:40.895" v="1473" actId="1076"/>
          <ac:spMkLst>
            <pc:docMk/>
            <pc:sldMk cId="3520736088" sldId="287"/>
            <ac:spMk id="30" creationId="{E0AEF392-88C0-25BE-E2A5-E30D8CCCC4CA}"/>
          </ac:spMkLst>
        </pc:spChg>
        <pc:picChg chg="mod">
          <ac:chgData name="박효주" userId="5754f08e-4fae-4140-9037-fe70c38de0e4" providerId="ADAL" clId="{56FA5FA3-B6BB-472C-9A27-487588A147DA}" dt="2026-10-12T08:01:40.895" v="1473" actId="1076"/>
          <ac:picMkLst>
            <pc:docMk/>
            <pc:sldMk cId="3520736088" sldId="287"/>
            <ac:picMk id="2" creationId="{AFA6D08F-9AFD-ADBE-373F-40AB83649CF4}"/>
          </ac:picMkLst>
        </pc:picChg>
        <pc:picChg chg="add del">
          <ac:chgData name="박효주" userId="5754f08e-4fae-4140-9037-fe70c38de0e4" providerId="ADAL" clId="{56FA5FA3-B6BB-472C-9A27-487588A147DA}" dt="2026-10-12T06:25:05.612" v="6" actId="22"/>
          <ac:picMkLst>
            <pc:docMk/>
            <pc:sldMk cId="3520736088" sldId="287"/>
            <ac:picMk id="6" creationId="{4BD94597-AF77-E26C-FD48-CC9029E97B00}"/>
          </ac:picMkLst>
        </pc:picChg>
        <pc:picChg chg="add">
          <ac:chgData name="박효주" userId="5754f08e-4fae-4140-9037-fe70c38de0e4" providerId="ADAL" clId="{56FA5FA3-B6BB-472C-9A27-487588A147DA}" dt="2026-10-12T06:25:12.170" v="7" actId="22"/>
          <ac:picMkLst>
            <pc:docMk/>
            <pc:sldMk cId="3520736088" sldId="287"/>
            <ac:picMk id="14" creationId="{8EC3B5C5-D5CA-2F67-559C-02E9669B5DD5}"/>
          </ac:picMkLst>
        </pc:picChg>
      </pc:sldChg>
      <pc:sldChg chg="modSp mod">
        <pc:chgData name="박효주" userId="5754f08e-4fae-4140-9037-fe70c38de0e4" providerId="ADAL" clId="{56FA5FA3-B6BB-472C-9A27-487588A147DA}" dt="2026-10-12T08:05:23.151" v="1531" actId="166"/>
        <pc:sldMkLst>
          <pc:docMk/>
          <pc:sldMk cId="1381111821" sldId="289"/>
        </pc:sldMkLst>
        <pc:picChg chg="ord">
          <ac:chgData name="박효주" userId="5754f08e-4fae-4140-9037-fe70c38de0e4" providerId="ADAL" clId="{56FA5FA3-B6BB-472C-9A27-487588A147DA}" dt="2026-10-12T08:05:23.151" v="1531" actId="166"/>
          <ac:picMkLst>
            <pc:docMk/>
            <pc:sldMk cId="1381111821" sldId="289"/>
            <ac:picMk id="21" creationId="{00000000-0000-0000-0000-000000000000}"/>
          </ac:picMkLst>
        </pc:picChg>
      </pc:sldChg>
      <pc:sldChg chg="add del">
        <pc:chgData name="박효주" userId="5754f08e-4fae-4140-9037-fe70c38de0e4" providerId="ADAL" clId="{56FA5FA3-B6BB-472C-9A27-487588A147DA}" dt="2026-10-12T07:34:55.230" v="967" actId="47"/>
        <pc:sldMkLst>
          <pc:docMk/>
          <pc:sldMk cId="2583853916" sldId="290"/>
        </pc:sldMkLst>
      </pc:sldChg>
      <pc:sldChg chg="modSp mod">
        <pc:chgData name="박효주" userId="5754f08e-4fae-4140-9037-fe70c38de0e4" providerId="ADAL" clId="{56FA5FA3-B6BB-472C-9A27-487588A147DA}" dt="2026-10-12T07:56:38.275" v="997" actId="20577"/>
        <pc:sldMkLst>
          <pc:docMk/>
          <pc:sldMk cId="849564943" sldId="291"/>
        </pc:sldMkLst>
        <pc:spChg chg="mod">
          <ac:chgData name="박효주" userId="5754f08e-4fae-4140-9037-fe70c38de0e4" providerId="ADAL" clId="{56FA5FA3-B6BB-472C-9A27-487588A147DA}" dt="2026-10-12T07:56:38.275" v="997" actId="20577"/>
          <ac:spMkLst>
            <pc:docMk/>
            <pc:sldMk cId="849564943" sldId="291"/>
            <ac:spMk id="29" creationId="{00000000-0000-0000-0000-000000000000}"/>
          </ac:spMkLst>
        </pc:spChg>
      </pc:sldChg>
      <pc:sldChg chg="modSp mod">
        <pc:chgData name="박효주" userId="5754f08e-4fae-4140-9037-fe70c38de0e4" providerId="ADAL" clId="{56FA5FA3-B6BB-472C-9A27-487588A147DA}" dt="2026-10-12T08:31:07.742" v="2929" actId="20577"/>
        <pc:sldMkLst>
          <pc:docMk/>
          <pc:sldMk cId="2797995254" sldId="293"/>
        </pc:sldMkLst>
        <pc:spChg chg="mod">
          <ac:chgData name="박효주" userId="5754f08e-4fae-4140-9037-fe70c38de0e4" providerId="ADAL" clId="{56FA5FA3-B6BB-472C-9A27-487588A147DA}" dt="2026-10-12T07:12:42.870" v="909" actId="14100"/>
          <ac:spMkLst>
            <pc:docMk/>
            <pc:sldMk cId="2797995254" sldId="293"/>
            <ac:spMk id="1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4:02.222" v="921" actId="14100"/>
          <ac:spMkLst>
            <pc:docMk/>
            <pc:sldMk cId="2797995254" sldId="293"/>
            <ac:spMk id="1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2:42.870" v="909" actId="14100"/>
          <ac:spMkLst>
            <pc:docMk/>
            <pc:sldMk cId="2797995254" sldId="293"/>
            <ac:spMk id="2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31:07.742" v="2929" actId="20577"/>
          <ac:spMkLst>
            <pc:docMk/>
            <pc:sldMk cId="2797995254" sldId="293"/>
            <ac:spMk id="2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36.535" v="941" actId="1076"/>
          <ac:spMkLst>
            <pc:docMk/>
            <pc:sldMk cId="2797995254" sldId="293"/>
            <ac:spMk id="27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36.535" v="941" actId="1076"/>
          <ac:spMkLst>
            <pc:docMk/>
            <pc:sldMk cId="2797995254" sldId="293"/>
            <ac:spMk id="2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43.561" v="942" actId="1076"/>
          <ac:spMkLst>
            <pc:docMk/>
            <pc:sldMk cId="2797995254" sldId="293"/>
            <ac:spMk id="3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43.561" v="942" actId="1076"/>
          <ac:spMkLst>
            <pc:docMk/>
            <pc:sldMk cId="2797995254" sldId="293"/>
            <ac:spMk id="3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2:42.870" v="909" actId="14100"/>
          <ac:spMkLst>
            <pc:docMk/>
            <pc:sldMk cId="2797995254" sldId="293"/>
            <ac:spMk id="4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2:42.870" v="909" actId="14100"/>
          <ac:spMkLst>
            <pc:docMk/>
            <pc:sldMk cId="2797995254" sldId="293"/>
            <ac:spMk id="4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36.535" v="941" actId="1076"/>
          <ac:spMkLst>
            <pc:docMk/>
            <pc:sldMk cId="2797995254" sldId="293"/>
            <ac:spMk id="4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7:17:43.561" v="942" actId="1076"/>
          <ac:spMkLst>
            <pc:docMk/>
            <pc:sldMk cId="2797995254" sldId="293"/>
            <ac:spMk id="43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7:16:22.888" v="933" actId="14100"/>
          <ac:picMkLst>
            <pc:docMk/>
            <pc:sldMk cId="2797995254" sldId="293"/>
            <ac:picMk id="1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2:42.870" v="909" actId="14100"/>
          <ac:picMkLst>
            <pc:docMk/>
            <pc:sldMk cId="2797995254" sldId="293"/>
            <ac:picMk id="1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3:50.163" v="920" actId="1076"/>
          <ac:picMkLst>
            <pc:docMk/>
            <pc:sldMk cId="2797995254" sldId="293"/>
            <ac:picMk id="1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4:20.329" v="927" actId="1035"/>
          <ac:picMkLst>
            <pc:docMk/>
            <pc:sldMk cId="2797995254" sldId="293"/>
            <ac:picMk id="18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3:32.583" v="917" actId="14100"/>
          <ac:picMkLst>
            <pc:docMk/>
            <pc:sldMk cId="2797995254" sldId="293"/>
            <ac:picMk id="19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3:50.163" v="920" actId="1076"/>
          <ac:picMkLst>
            <pc:docMk/>
            <pc:sldMk cId="2797995254" sldId="293"/>
            <ac:picMk id="2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4:17.502" v="926" actId="1035"/>
          <ac:picMkLst>
            <pc:docMk/>
            <pc:sldMk cId="2797995254" sldId="293"/>
            <ac:picMk id="2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6:40.197" v="934" actId="14100"/>
          <ac:picMkLst>
            <pc:docMk/>
            <pc:sldMk cId="2797995254" sldId="293"/>
            <ac:picMk id="25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36.535" v="941" actId="1076"/>
          <ac:picMkLst>
            <pc:docMk/>
            <pc:sldMk cId="2797995254" sldId="293"/>
            <ac:picMk id="2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4:14.925" v="925" actId="1035"/>
          <ac:picMkLst>
            <pc:docMk/>
            <pc:sldMk cId="2797995254" sldId="293"/>
            <ac:picMk id="30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43.561" v="942" actId="1076"/>
          <ac:picMkLst>
            <pc:docMk/>
            <pc:sldMk cId="2797995254" sldId="293"/>
            <ac:picMk id="31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43.561" v="942" actId="1076"/>
          <ac:picMkLst>
            <pc:docMk/>
            <pc:sldMk cId="2797995254" sldId="293"/>
            <ac:picMk id="32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43.561" v="942" actId="1076"/>
          <ac:picMkLst>
            <pc:docMk/>
            <pc:sldMk cId="2797995254" sldId="293"/>
            <ac:picMk id="34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43.561" v="942" actId="1076"/>
          <ac:picMkLst>
            <pc:docMk/>
            <pc:sldMk cId="2797995254" sldId="293"/>
            <ac:picMk id="36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2:52.871" v="910" actId="1076"/>
          <ac:picMkLst>
            <pc:docMk/>
            <pc:sldMk cId="2797995254" sldId="293"/>
            <ac:picMk id="37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2:52.871" v="910" actId="1076"/>
          <ac:picMkLst>
            <pc:docMk/>
            <pc:sldMk cId="2797995254" sldId="293"/>
            <ac:picMk id="38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7:36.535" v="941" actId="1076"/>
          <ac:picMkLst>
            <pc:docMk/>
            <pc:sldMk cId="2797995254" sldId="293"/>
            <ac:picMk id="39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7:12:52.871" v="910" actId="1076"/>
          <ac:picMkLst>
            <pc:docMk/>
            <pc:sldMk cId="2797995254" sldId="293"/>
            <ac:picMk id="44" creationId="{2B75ACE3-BE00-555B-23D4-72C614D6389A}"/>
          </ac:picMkLst>
        </pc:picChg>
        <pc:picChg chg="mod">
          <ac:chgData name="박효주" userId="5754f08e-4fae-4140-9037-fe70c38de0e4" providerId="ADAL" clId="{56FA5FA3-B6BB-472C-9A27-487588A147DA}" dt="2026-10-12T07:12:52.871" v="910" actId="1076"/>
          <ac:picMkLst>
            <pc:docMk/>
            <pc:sldMk cId="2797995254" sldId="293"/>
            <ac:picMk id="45" creationId="{1A0F711F-FAFD-F0A2-FDEA-724D338A09F4}"/>
          </ac:picMkLst>
        </pc:picChg>
        <pc:picChg chg="mod">
          <ac:chgData name="박효주" userId="5754f08e-4fae-4140-9037-fe70c38de0e4" providerId="ADAL" clId="{56FA5FA3-B6BB-472C-9A27-487588A147DA}" dt="2026-10-12T07:17:36.535" v="941" actId="1076"/>
          <ac:picMkLst>
            <pc:docMk/>
            <pc:sldMk cId="2797995254" sldId="293"/>
            <ac:picMk id="46" creationId="{46037D5D-8F43-5138-0555-0F83B2E62F58}"/>
          </ac:picMkLst>
        </pc:picChg>
        <pc:picChg chg="mod">
          <ac:chgData name="박효주" userId="5754f08e-4fae-4140-9037-fe70c38de0e4" providerId="ADAL" clId="{56FA5FA3-B6BB-472C-9A27-487588A147DA}" dt="2026-10-12T07:17:43.561" v="942" actId="1076"/>
          <ac:picMkLst>
            <pc:docMk/>
            <pc:sldMk cId="2797995254" sldId="293"/>
            <ac:picMk id="47" creationId="{5F6840A8-C961-A56B-70FE-8CC916674D15}"/>
          </ac:picMkLst>
        </pc:picChg>
      </pc:sldChg>
      <pc:sldChg chg="delSp modSp mod">
        <pc:chgData name="박효주" userId="5754f08e-4fae-4140-9037-fe70c38de0e4" providerId="ADAL" clId="{56FA5FA3-B6BB-472C-9A27-487588A147DA}" dt="2026-10-12T08:07:16.448" v="1622" actId="20577"/>
        <pc:sldMkLst>
          <pc:docMk/>
          <pc:sldMk cId="3245340020" sldId="294"/>
        </pc:sldMkLst>
        <pc:spChg chg="del">
          <ac:chgData name="박효주" userId="5754f08e-4fae-4140-9037-fe70c38de0e4" providerId="ADAL" clId="{56FA5FA3-B6BB-472C-9A27-487588A147DA}" dt="2026-10-12T08:02:41.704" v="1502" actId="478"/>
          <ac:spMkLst>
            <pc:docMk/>
            <pc:sldMk cId="3245340020" sldId="294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16.448" v="1622" actId="20577"/>
          <ac:spMkLst>
            <pc:docMk/>
            <pc:sldMk cId="3245340020" sldId="294"/>
            <ac:spMk id="1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03.780" v="1602"/>
          <ac:spMkLst>
            <pc:docMk/>
            <pc:sldMk cId="3245340020" sldId="294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1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2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2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2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2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2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3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3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4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12.858" v="1517" actId="1076"/>
          <ac:spMkLst>
            <pc:docMk/>
            <pc:sldMk cId="3245340020" sldId="294"/>
            <ac:spMk id="43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03:05.088" v="1516" actId="14100"/>
          <ac:picMkLst>
            <pc:docMk/>
            <pc:sldMk cId="3245340020" sldId="294"/>
            <ac:picMk id="2" creationId="{00000000-0000-0000-0000-000000000000}"/>
          </ac:picMkLst>
        </pc:picChg>
        <pc:picChg chg="del">
          <ac:chgData name="박효주" userId="5754f08e-4fae-4140-9037-fe70c38de0e4" providerId="ADAL" clId="{56FA5FA3-B6BB-472C-9A27-487588A147DA}" dt="2026-10-12T08:03:01.265" v="1515" actId="478"/>
          <ac:picMkLst>
            <pc:docMk/>
            <pc:sldMk cId="3245340020" sldId="294"/>
            <ac:picMk id="3" creationId="{00000000-0000-0000-0000-000000000000}"/>
          </ac:picMkLst>
        </pc:picChg>
        <pc:picChg chg="mod">
          <ac:chgData name="박효주" userId="5754f08e-4fae-4140-9037-fe70c38de0e4" providerId="ADAL" clId="{56FA5FA3-B6BB-472C-9A27-487588A147DA}" dt="2026-10-12T08:02:53.335" v="1514" actId="1036"/>
          <ac:picMkLst>
            <pc:docMk/>
            <pc:sldMk cId="3245340020" sldId="294"/>
            <ac:picMk id="40" creationId="{00000000-0000-0000-0000-000000000000}"/>
          </ac:picMkLst>
        </pc:picChg>
      </pc:sldChg>
      <pc:sldChg chg="addSp delSp modSp mod">
        <pc:chgData name="박효주" userId="5754f08e-4fae-4140-9037-fe70c38de0e4" providerId="ADAL" clId="{56FA5FA3-B6BB-472C-9A27-487588A147DA}" dt="2026-10-12T08:07:36.480" v="1639" actId="20577"/>
        <pc:sldMkLst>
          <pc:docMk/>
          <pc:sldMk cId="3709688415" sldId="295"/>
        </pc:sldMkLst>
        <pc:spChg chg="del">
          <ac:chgData name="박효주" userId="5754f08e-4fae-4140-9037-fe70c38de0e4" providerId="ADAL" clId="{56FA5FA3-B6BB-472C-9A27-487588A147DA}" dt="2026-10-12T08:03:22.373" v="1518" actId="478"/>
          <ac:spMkLst>
            <pc:docMk/>
            <pc:sldMk cId="3709688415" sldId="295"/>
            <ac:spMk id="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4:19.635" v="1527" actId="14100"/>
          <ac:spMkLst>
            <pc:docMk/>
            <pc:sldMk cId="3709688415" sldId="295"/>
            <ac:spMk id="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36.480" v="1639" actId="20577"/>
          <ac:spMkLst>
            <pc:docMk/>
            <pc:sldMk cId="3709688415" sldId="295"/>
            <ac:spMk id="1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7:27.950" v="1625" actId="20577"/>
          <ac:spMkLst>
            <pc:docMk/>
            <pc:sldMk cId="3709688415" sldId="295"/>
            <ac:spMk id="12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1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28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2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30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33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35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36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39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41" creationId="{00000000-0000-0000-0000-000000000000}"/>
          </ac:spMkLst>
        </pc:spChg>
        <pc:spChg chg="mod">
          <ac:chgData name="박효주" userId="5754f08e-4fae-4140-9037-fe70c38de0e4" providerId="ADAL" clId="{56FA5FA3-B6BB-472C-9A27-487588A147DA}" dt="2026-10-12T08:03:34.536" v="1521" actId="1076"/>
          <ac:spMkLst>
            <pc:docMk/>
            <pc:sldMk cId="3709688415" sldId="295"/>
            <ac:spMk id="43" creationId="{00000000-0000-0000-0000-000000000000}"/>
          </ac:spMkLst>
        </pc:spChg>
        <pc:picChg chg="mod">
          <ac:chgData name="박효주" userId="5754f08e-4fae-4140-9037-fe70c38de0e4" providerId="ADAL" clId="{56FA5FA3-B6BB-472C-9A27-487588A147DA}" dt="2026-10-12T08:03:38.734" v="1522" actId="14100"/>
          <ac:picMkLst>
            <pc:docMk/>
            <pc:sldMk cId="3709688415" sldId="295"/>
            <ac:picMk id="2" creationId="{00000000-0000-0000-0000-000000000000}"/>
          </ac:picMkLst>
        </pc:picChg>
        <pc:picChg chg="del">
          <ac:chgData name="박효주" userId="5754f08e-4fae-4140-9037-fe70c38de0e4" providerId="ADAL" clId="{56FA5FA3-B6BB-472C-9A27-487588A147DA}" dt="2026-10-12T08:03:24.737" v="1519" actId="478"/>
          <ac:picMkLst>
            <pc:docMk/>
            <pc:sldMk cId="3709688415" sldId="295"/>
            <ac:picMk id="3" creationId="{00000000-0000-0000-0000-000000000000}"/>
          </ac:picMkLst>
        </pc:picChg>
        <pc:picChg chg="add del">
          <ac:chgData name="박효주" userId="5754f08e-4fae-4140-9037-fe70c38de0e4" providerId="ADAL" clId="{56FA5FA3-B6BB-472C-9A27-487588A147DA}" dt="2026-10-12T07:33:39.549" v="948" actId="478"/>
          <ac:picMkLst>
            <pc:docMk/>
            <pc:sldMk cId="3709688415" sldId="295"/>
            <ac:picMk id="44" creationId="{E29A4452-1B0B-7CE5-C0DA-639BAF638AC8}"/>
          </ac:picMkLst>
        </pc:picChg>
      </pc:sldChg>
    </pc:docChg>
  </pc:docChgLst>
  <pc:docChgLst>
    <pc:chgData name="Guest User" userId="S::urn:spo:tenantanon#f09a4ef3-978d-434e-89da-a29b9f9f3c32::" providerId="AD" clId="Web-{06642777-1D07-1A18-42B7-B3D0754EF00A}"/>
    <pc:docChg chg="modSld">
      <pc:chgData name="Guest User" userId="S::urn:spo:tenantanon#f09a4ef3-978d-434e-89da-a29b9f9f3c32::" providerId="AD" clId="Web-{06642777-1D07-1A18-42B7-B3D0754EF00A}" dt="2026-10-12T08:52:55.166" v="159" actId="14100"/>
      <pc:docMkLst>
        <pc:docMk/>
      </pc:docMkLst>
      <pc:sldChg chg="modSp">
        <pc:chgData name="Guest User" userId="S::urn:spo:tenantanon#f09a4ef3-978d-434e-89da-a29b9f9f3c32::" providerId="AD" clId="Web-{06642777-1D07-1A18-42B7-B3D0754EF00A}" dt="2026-10-12T07:56:30.753" v="77" actId="20577"/>
        <pc:sldMkLst>
          <pc:docMk/>
          <pc:sldMk cId="0" sldId="257"/>
        </pc:sldMkLst>
        <pc:spChg chg="mod">
          <ac:chgData name="Guest User" userId="S::urn:spo:tenantanon#f09a4ef3-978d-434e-89da-a29b9f9f3c32::" providerId="AD" clId="Web-{06642777-1D07-1A18-42B7-B3D0754EF00A}" dt="2026-10-12T07:56:30.753" v="77" actId="20577"/>
          <ac:spMkLst>
            <pc:docMk/>
            <pc:sldMk cId="0" sldId="257"/>
            <ac:spMk id="35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35.816" v="80" actId="20577"/>
        <pc:sldMkLst>
          <pc:docMk/>
          <pc:sldMk cId="0" sldId="258"/>
        </pc:sldMkLst>
        <pc:spChg chg="mod">
          <ac:chgData name="Guest User" userId="S::urn:spo:tenantanon#f09a4ef3-978d-434e-89da-a29b9f9f3c32::" providerId="AD" clId="Web-{06642777-1D07-1A18-42B7-B3D0754EF00A}" dt="2026-10-12T07:56:35.816" v="80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40.331" v="81" actId="20577"/>
        <pc:sldMkLst>
          <pc:docMk/>
          <pc:sldMk cId="0" sldId="259"/>
        </pc:sldMkLst>
        <pc:spChg chg="mod">
          <ac:chgData name="Guest User" userId="S::urn:spo:tenantanon#f09a4ef3-978d-434e-89da-a29b9f9f3c32::" providerId="AD" clId="Web-{06642777-1D07-1A18-42B7-B3D0754EF00A}" dt="2026-10-12T07:56:40.331" v="81" actId="20577"/>
          <ac:spMkLst>
            <pc:docMk/>
            <pc:sldMk cId="0" sldId="259"/>
            <ac:spMk id="11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10.270" v="99" actId="20577"/>
        <pc:sldMkLst>
          <pc:docMk/>
          <pc:sldMk cId="0" sldId="263"/>
        </pc:sldMkLst>
        <pc:spChg chg="mod">
          <ac:chgData name="Guest User" userId="S::urn:spo:tenantanon#f09a4ef3-978d-434e-89da-a29b9f9f3c32::" providerId="AD" clId="Web-{06642777-1D07-1A18-42B7-B3D0754EF00A}" dt="2026-10-12T07:57:10.270" v="99" actId="20577"/>
          <ac:spMkLst>
            <pc:docMk/>
            <pc:sldMk cId="0" sldId="263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25.083" v="108" actId="20577"/>
        <pc:sldMkLst>
          <pc:docMk/>
          <pc:sldMk cId="0" sldId="264"/>
        </pc:sldMkLst>
        <pc:spChg chg="mod">
          <ac:chgData name="Guest User" userId="S::urn:spo:tenantanon#f09a4ef3-978d-434e-89da-a29b9f9f3c32::" providerId="AD" clId="Web-{06642777-1D07-1A18-42B7-B3D0754EF00A}" dt="2026-10-12T07:57:25.083" v="108" actId="20577"/>
          <ac:spMkLst>
            <pc:docMk/>
            <pc:sldMk cId="0" sldId="264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49.988" v="87" actId="20577"/>
        <pc:sldMkLst>
          <pc:docMk/>
          <pc:sldMk cId="0" sldId="265"/>
        </pc:sldMkLst>
        <pc:spChg chg="mod">
          <ac:chgData name="Guest User" userId="S::urn:spo:tenantanon#f09a4ef3-978d-434e-89da-a29b9f9f3c32::" providerId="AD" clId="Web-{06642777-1D07-1A18-42B7-B3D0754EF00A}" dt="2026-10-12T07:56:49.988" v="87" actId="20577"/>
          <ac:spMkLst>
            <pc:docMk/>
            <pc:sldMk cId="0" sldId="265"/>
            <ac:spMk id="12" creationId="{00000000-0000-0000-0000-000000000000}"/>
          </ac:spMkLst>
        </pc:spChg>
      </pc:sldChg>
      <pc:sldChg chg="addSp delSp modSp">
        <pc:chgData name="Guest User" userId="S::urn:spo:tenantanon#f09a4ef3-978d-434e-89da-a29b9f9f3c32::" providerId="AD" clId="Web-{06642777-1D07-1A18-42B7-B3D0754EF00A}" dt="2026-10-12T07:56:45.097" v="84" actId="20577"/>
        <pc:sldMkLst>
          <pc:docMk/>
          <pc:sldMk cId="0" sldId="266"/>
        </pc:sldMkLst>
        <pc:spChg chg="add del mod">
          <ac:chgData name="Guest User" userId="S::urn:spo:tenantanon#f09a4ef3-978d-434e-89da-a29b9f9f3c32::" providerId="AD" clId="Web-{06642777-1D07-1A18-42B7-B3D0754EF00A}" dt="2026-10-12T07:56:45.097" v="84" actId="20577"/>
          <ac:spMkLst>
            <pc:docMk/>
            <pc:sldMk cId="0" sldId="266"/>
            <ac:spMk id="12" creationId="{00000000-0000-0000-0000-000000000000}"/>
          </ac:spMkLst>
        </pc:spChg>
      </pc:sldChg>
      <pc:sldChg chg="addSp delSp modSp">
        <pc:chgData name="Guest User" userId="S::urn:spo:tenantanon#f09a4ef3-978d-434e-89da-a29b9f9f3c32::" providerId="AD" clId="Web-{06642777-1D07-1A18-42B7-B3D0754EF00A}" dt="2026-10-12T08:52:55.166" v="159" actId="14100"/>
        <pc:sldMkLst>
          <pc:docMk/>
          <pc:sldMk cId="0" sldId="267"/>
        </pc:sldMkLst>
        <pc:spChg chg="mod">
          <ac:chgData name="Guest User" userId="S::urn:spo:tenantanon#f09a4ef3-978d-434e-89da-a29b9f9f3c32::" providerId="AD" clId="Web-{06642777-1D07-1A18-42B7-B3D0754EF00A}" dt="2026-10-12T07:55:41.111" v="62" actId="20577"/>
          <ac:spMkLst>
            <pc:docMk/>
            <pc:sldMk cId="0" sldId="267"/>
            <ac:spMk id="16" creationId="{00000000-0000-0000-0000-000000000000}"/>
          </ac:spMkLst>
        </pc:spChg>
        <pc:spChg chg="add mod">
          <ac:chgData name="Guest User" userId="S::urn:spo:tenantanon#f09a4ef3-978d-434e-89da-a29b9f9f3c32::" providerId="AD" clId="Web-{06642777-1D07-1A18-42B7-B3D0754EF00A}" dt="2026-10-12T08:47:59.406" v="142" actId="1076"/>
          <ac:spMkLst>
            <pc:docMk/>
            <pc:sldMk cId="0" sldId="267"/>
            <ac:spMk id="32" creationId="{03E84B7B-6D8D-9FB5-6484-B1D449A17D92}"/>
          </ac:spMkLst>
        </pc:spChg>
        <pc:picChg chg="mod">
          <ac:chgData name="Guest User" userId="S::urn:spo:tenantanon#f09a4ef3-978d-434e-89da-a29b9f9f3c32::" providerId="AD" clId="Web-{06642777-1D07-1A18-42B7-B3D0754EF00A}" dt="2026-10-12T08:47:59.077" v="138" actId="1076"/>
          <ac:picMkLst>
            <pc:docMk/>
            <pc:sldMk cId="0" sldId="267"/>
            <ac:picMk id="2" creationId="{00000000-0000-0000-0000-000000000000}"/>
          </ac:picMkLst>
        </pc:picChg>
        <pc:picChg chg="add mod">
          <ac:chgData name="Guest User" userId="S::urn:spo:tenantanon#f09a4ef3-978d-434e-89da-a29b9f9f3c32::" providerId="AD" clId="Web-{06642777-1D07-1A18-42B7-B3D0754EF00A}" dt="2026-10-12T08:52:55.166" v="159" actId="14100"/>
          <ac:picMkLst>
            <pc:docMk/>
            <pc:sldMk cId="0" sldId="267"/>
            <ac:picMk id="26" creationId="{48EAD2C2-7B19-B3EE-C952-E6811EBE5342}"/>
          </ac:picMkLst>
        </pc:picChg>
        <pc:picChg chg="add mod">
          <ac:chgData name="Guest User" userId="S::urn:spo:tenantanon#f09a4ef3-978d-434e-89da-a29b9f9f3c32::" providerId="AD" clId="Web-{06642777-1D07-1A18-42B7-B3D0754EF00A}" dt="2026-10-12T08:47:59.312" v="140" actId="1076"/>
          <ac:picMkLst>
            <pc:docMk/>
            <pc:sldMk cId="0" sldId="267"/>
            <ac:picMk id="28" creationId="{5FE79022-6D7C-8013-5B4D-E63BEBF206C1}"/>
          </ac:picMkLst>
        </pc:picChg>
        <pc:picChg chg="add mod">
          <ac:chgData name="Guest User" userId="S::urn:spo:tenantanon#f09a4ef3-978d-434e-89da-a29b9f9f3c32::" providerId="AD" clId="Web-{06642777-1D07-1A18-42B7-B3D0754EF00A}" dt="2026-10-12T08:47:59.359" v="141" actId="1076"/>
          <ac:picMkLst>
            <pc:docMk/>
            <pc:sldMk cId="0" sldId="267"/>
            <ac:picMk id="30" creationId="{C05B4339-92D5-3207-12EB-57B73C3EEBE1}"/>
          </ac:picMkLst>
        </pc:picChg>
        <pc:picChg chg="add del mod">
          <ac:chgData name="Guest User" userId="S::urn:spo:tenantanon#f09a4ef3-978d-434e-89da-a29b9f9f3c32::" providerId="AD" clId="Web-{06642777-1D07-1A18-42B7-B3D0754EF00A}" dt="2026-10-12T08:51:30.116" v="157"/>
          <ac:picMkLst>
            <pc:docMk/>
            <pc:sldMk cId="0" sldId="267"/>
            <ac:picMk id="33" creationId="{BFA6D272-419B-08F0-451C-A74A15D2E210}"/>
          </ac:picMkLst>
        </pc:picChg>
      </pc:sldChg>
      <pc:sldChg chg="modSp">
        <pc:chgData name="Guest User" userId="S::urn:spo:tenantanon#f09a4ef3-978d-434e-89da-a29b9f9f3c32::" providerId="AD" clId="Web-{06642777-1D07-1A18-42B7-B3D0754EF00A}" dt="2026-10-12T07:54:51.046" v="45" actId="20577"/>
        <pc:sldMkLst>
          <pc:docMk/>
          <pc:sldMk cId="0" sldId="270"/>
        </pc:sldMkLst>
        <pc:spChg chg="mod">
          <ac:chgData name="Guest User" userId="S::urn:spo:tenantanon#f09a4ef3-978d-434e-89da-a29b9f9f3c32::" providerId="AD" clId="Web-{06642777-1D07-1A18-42B7-B3D0754EF00A}" dt="2026-10-12T07:54:51.046" v="45" actId="20577"/>
          <ac:spMkLst>
            <pc:docMk/>
            <pc:sldMk cId="0" sldId="270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37.802" v="111" actId="20577"/>
        <pc:sldMkLst>
          <pc:docMk/>
          <pc:sldMk cId="0" sldId="274"/>
        </pc:sldMkLst>
        <pc:spChg chg="mod">
          <ac:chgData name="Guest User" userId="S::urn:spo:tenantanon#f09a4ef3-978d-434e-89da-a29b9f9f3c32::" providerId="AD" clId="Web-{06642777-1D07-1A18-42B7-B3D0754EF00A}" dt="2026-10-12T07:57:37.802" v="111" actId="20577"/>
          <ac:spMkLst>
            <pc:docMk/>
            <pc:sldMk cId="0" sldId="274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8:46:54.028" v="131" actId="20577"/>
        <pc:sldMkLst>
          <pc:docMk/>
          <pc:sldMk cId="0" sldId="275"/>
        </pc:sldMkLst>
        <pc:spChg chg="mod">
          <ac:chgData name="Guest User" userId="S::urn:spo:tenantanon#f09a4ef3-978d-434e-89da-a29b9f9f3c32::" providerId="AD" clId="Web-{06642777-1D07-1A18-42B7-B3D0754EF00A}" dt="2026-10-12T08:46:54.028" v="131" actId="20577"/>
          <ac:spMkLst>
            <pc:docMk/>
            <pc:sldMk cId="0" sldId="275"/>
            <ac:spMk id="10" creationId="{00000000-0000-0000-0000-000000000000}"/>
          </ac:spMkLst>
        </pc:spChg>
        <pc:spChg chg="mod">
          <ac:chgData name="Guest User" userId="S::urn:spo:tenantanon#f09a4ef3-978d-434e-89da-a29b9f9f3c32::" providerId="AD" clId="Web-{06642777-1D07-1A18-42B7-B3D0754EF00A}" dt="2026-10-12T07:55:25.001" v="57" actId="20577"/>
          <ac:spMkLst>
            <pc:docMk/>
            <pc:sldMk cId="0" sldId="275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5:51.861" v="68" actId="20577"/>
        <pc:sldMkLst>
          <pc:docMk/>
          <pc:sldMk cId="0" sldId="278"/>
        </pc:sldMkLst>
        <pc:spChg chg="mod">
          <ac:chgData name="Guest User" userId="S::urn:spo:tenantanon#f09a4ef3-978d-434e-89da-a29b9f9f3c32::" providerId="AD" clId="Web-{06642777-1D07-1A18-42B7-B3D0754EF00A}" dt="2026-10-12T07:55:51.861" v="68" actId="20577"/>
          <ac:spMkLst>
            <pc:docMk/>
            <pc:sldMk cId="0" sldId="278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56.894" v="90" actId="20577"/>
        <pc:sldMkLst>
          <pc:docMk/>
          <pc:sldMk cId="0" sldId="279"/>
        </pc:sldMkLst>
        <pc:spChg chg="mod">
          <ac:chgData name="Guest User" userId="S::urn:spo:tenantanon#f09a4ef3-978d-434e-89da-a29b9f9f3c32::" providerId="AD" clId="Web-{06642777-1D07-1A18-42B7-B3D0754EF00A}" dt="2026-10-12T07:56:56.894" v="90" actId="20577"/>
          <ac:spMkLst>
            <pc:docMk/>
            <pc:sldMk cId="0" sldId="279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59.691" v="94" actId="20577"/>
        <pc:sldMkLst>
          <pc:docMk/>
          <pc:sldMk cId="0" sldId="282"/>
        </pc:sldMkLst>
        <pc:spChg chg="mod">
          <ac:chgData name="Guest User" userId="S::urn:spo:tenantanon#f09a4ef3-978d-434e-89da-a29b9f9f3c32::" providerId="AD" clId="Web-{06642777-1D07-1A18-42B7-B3D0754EF00A}" dt="2026-10-12T07:56:59.691" v="94" actId="20577"/>
          <ac:spMkLst>
            <pc:docMk/>
            <pc:sldMk cId="0" sldId="282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6:05.299" v="75" actId="20577"/>
        <pc:sldMkLst>
          <pc:docMk/>
          <pc:sldMk cId="1229656876" sldId="283"/>
        </pc:sldMkLst>
        <pc:spChg chg="mod">
          <ac:chgData name="Guest User" userId="S::urn:spo:tenantanon#f09a4ef3-978d-434e-89da-a29b9f9f3c32::" providerId="AD" clId="Web-{06642777-1D07-1A18-42B7-B3D0754EF00A}" dt="2026-10-12T07:56:05.299" v="75" actId="20577"/>
          <ac:spMkLst>
            <pc:docMk/>
            <pc:sldMk cId="1229656876" sldId="283"/>
            <ac:spMk id="12" creationId="{1B25B68F-722F-D990-21C6-261A8D3F733F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4:20.405" v="38" actId="20577"/>
        <pc:sldMkLst>
          <pc:docMk/>
          <pc:sldMk cId="680254858" sldId="286"/>
        </pc:sldMkLst>
        <pc:spChg chg="mod">
          <ac:chgData name="Guest User" userId="S::urn:spo:tenantanon#f09a4ef3-978d-434e-89da-a29b9f9f3c32::" providerId="AD" clId="Web-{06642777-1D07-1A18-42B7-B3D0754EF00A}" dt="2026-10-12T07:54:20.405" v="38" actId="20577"/>
          <ac:spMkLst>
            <pc:docMk/>
            <pc:sldMk cId="680254858" sldId="286"/>
            <ac:spMk id="12" creationId="{72D91332-732A-A5AE-6992-0945037CE75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4:26.983" v="42" actId="20577"/>
        <pc:sldMkLst>
          <pc:docMk/>
          <pc:sldMk cId="3520736088" sldId="287"/>
        </pc:sldMkLst>
        <pc:spChg chg="mod">
          <ac:chgData name="Guest User" userId="S::urn:spo:tenantanon#f09a4ef3-978d-434e-89da-a29b9f9f3c32::" providerId="AD" clId="Web-{06642777-1D07-1A18-42B7-B3D0754EF00A}" dt="2026-10-12T07:54:26.983" v="42" actId="20577"/>
          <ac:spMkLst>
            <pc:docMk/>
            <pc:sldMk cId="3520736088" sldId="287"/>
            <ac:spMk id="16" creationId="{C554F1BC-58AC-4A96-A133-2CC599D2E85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03.879" v="97" actId="20577"/>
        <pc:sldMkLst>
          <pc:docMk/>
          <pc:sldMk cId="1381111821" sldId="289"/>
        </pc:sldMkLst>
        <pc:spChg chg="mod">
          <ac:chgData name="Guest User" userId="S::urn:spo:tenantanon#f09a4ef3-978d-434e-89da-a29b9f9f3c32::" providerId="AD" clId="Web-{06642777-1D07-1A18-42B7-B3D0754EF00A}" dt="2026-10-12T07:57:03.879" v="97" actId="20577"/>
          <ac:spMkLst>
            <pc:docMk/>
            <pc:sldMk cId="1381111821" sldId="289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14.848" v="102" actId="20577"/>
        <pc:sldMkLst>
          <pc:docMk/>
          <pc:sldMk cId="849564943" sldId="291"/>
        </pc:sldMkLst>
        <pc:spChg chg="mod">
          <ac:chgData name="Guest User" userId="S::urn:spo:tenantanon#f09a4ef3-978d-434e-89da-a29b9f9f3c32::" providerId="AD" clId="Web-{06642777-1D07-1A18-42B7-B3D0754EF00A}" dt="2026-10-12T07:57:14.848" v="102" actId="20577"/>
          <ac:spMkLst>
            <pc:docMk/>
            <pc:sldMk cId="849564943" sldId="291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20.802" v="105" actId="20577"/>
        <pc:sldMkLst>
          <pc:docMk/>
          <pc:sldMk cId="3406672632" sldId="292"/>
        </pc:sldMkLst>
        <pc:spChg chg="mod">
          <ac:chgData name="Guest User" userId="S::urn:spo:tenantanon#f09a4ef3-978d-434e-89da-a29b9f9f3c32::" providerId="AD" clId="Web-{06642777-1D07-1A18-42B7-B3D0754EF00A}" dt="2026-10-12T07:57:20.802" v="105" actId="20577"/>
          <ac:spMkLst>
            <pc:docMk/>
            <pc:sldMk cId="3406672632" sldId="292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7:51.584" v="115" actId="20577"/>
        <pc:sldMkLst>
          <pc:docMk/>
          <pc:sldMk cId="2797995254" sldId="293"/>
        </pc:sldMkLst>
        <pc:spChg chg="mod">
          <ac:chgData name="Guest User" userId="S::urn:spo:tenantanon#f09a4ef3-978d-434e-89da-a29b9f9f3c32::" providerId="AD" clId="Web-{06642777-1D07-1A18-42B7-B3D0754EF00A}" dt="2026-10-12T07:57:51.584" v="115" actId="20577"/>
          <ac:spMkLst>
            <pc:docMk/>
            <pc:sldMk cId="2797995254" sldId="293"/>
            <ac:spMk id="12" creationId="{00000000-0000-0000-0000-000000000000}"/>
          </ac:spMkLst>
        </pc:spChg>
      </pc:sldChg>
      <pc:sldChg chg="modSp">
        <pc:chgData name="Guest User" userId="S::urn:spo:tenantanon#f09a4ef3-978d-434e-89da-a29b9f9f3c32::" providerId="AD" clId="Web-{06642777-1D07-1A18-42B7-B3D0754EF00A}" dt="2026-10-12T07:55:01.984" v="49" actId="20577"/>
        <pc:sldMkLst>
          <pc:docMk/>
          <pc:sldMk cId="3245340020" sldId="294"/>
        </pc:sldMkLst>
        <pc:spChg chg="mod">
          <ac:chgData name="Guest User" userId="S::urn:spo:tenantanon#f09a4ef3-978d-434e-89da-a29b9f9f3c32::" providerId="AD" clId="Web-{06642777-1D07-1A18-42B7-B3D0754EF00A}" dt="2026-10-12T07:55:01.984" v="49" actId="20577"/>
          <ac:spMkLst>
            <pc:docMk/>
            <pc:sldMk cId="3245340020" sldId="294"/>
            <ac:spMk id="12" creationId="{00000000-0000-0000-0000-000000000000}"/>
          </ac:spMkLst>
        </pc:spChg>
      </pc:sldChg>
      <pc:sldChg chg="addSp delSp modSp">
        <pc:chgData name="Guest User" userId="S::urn:spo:tenantanon#f09a4ef3-978d-434e-89da-a29b9f9f3c32::" providerId="AD" clId="Web-{06642777-1D07-1A18-42B7-B3D0754EF00A}" dt="2026-10-12T07:55:14.407" v="54" actId="20577"/>
        <pc:sldMkLst>
          <pc:docMk/>
          <pc:sldMk cId="3709688415" sldId="295"/>
        </pc:sldMkLst>
        <pc:spChg chg="add del mod">
          <ac:chgData name="Guest User" userId="S::urn:spo:tenantanon#f09a4ef3-978d-434e-89da-a29b9f9f3c32::" providerId="AD" clId="Web-{06642777-1D07-1A18-42B7-B3D0754EF00A}" dt="2026-10-12T07:55:14.407" v="54" actId="20577"/>
          <ac:spMkLst>
            <pc:docMk/>
            <pc:sldMk cId="3709688415" sldId="295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C8293-D91E-4F0C-A7F4-775D416FE4A4}" type="datetimeFigureOut">
              <a:rPr lang="ko-KR" altLang="en-US" smtClean="0"/>
              <a:t>2026-10-13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B04549-6DCC-4A74-B918-FE3A61978A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393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4549-6DCC-4A74-B918-FE3A61978A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65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04549-6DCC-4A74-B918-FE3A61978A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55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retendard" panose="02000503000000020004" pitchFamily="2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 panose="02000503000000020004" pitchFamily="2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 panose="02000503000000020004" pitchFamily="2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 panose="02000503000000020004" pitchFamily="2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 panose="02000503000000020004" pitchFamily="2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 panose="02000503000000020004" pitchFamily="2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 panose="02000503000000020004" pitchFamily="2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4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29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33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24.sv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5.pn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28.svg"/><Relationship Id="rId5" Type="http://schemas.openxmlformats.org/officeDocument/2006/relationships/image" Target="../media/image25.svg"/><Relationship Id="rId10" Type="http://schemas.openxmlformats.org/officeDocument/2006/relationships/image" Target="../media/image34.png"/><Relationship Id="rId4" Type="http://schemas.openxmlformats.org/officeDocument/2006/relationships/image" Target="../media/image24.svg"/><Relationship Id="rId9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5.pn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28.svg"/><Relationship Id="rId5" Type="http://schemas.openxmlformats.org/officeDocument/2006/relationships/image" Target="../media/image25.svg"/><Relationship Id="rId10" Type="http://schemas.openxmlformats.org/officeDocument/2006/relationships/image" Target="../media/image35.png"/><Relationship Id="rId4" Type="http://schemas.openxmlformats.org/officeDocument/2006/relationships/image" Target="../media/image24.svg"/><Relationship Id="rId9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5.png"/><Relationship Id="rId7" Type="http://schemas.openxmlformats.org/officeDocument/2006/relationships/image" Target="../media/image30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28.svg"/><Relationship Id="rId5" Type="http://schemas.openxmlformats.org/officeDocument/2006/relationships/image" Target="../media/image25.svg"/><Relationship Id="rId10" Type="http://schemas.openxmlformats.org/officeDocument/2006/relationships/image" Target="../media/image36.png"/><Relationship Id="rId4" Type="http://schemas.openxmlformats.org/officeDocument/2006/relationships/image" Target="../media/image24.svg"/><Relationship Id="rId9" Type="http://schemas.openxmlformats.org/officeDocument/2006/relationships/image" Target="../media/image3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svg"/><Relationship Id="rId3" Type="http://schemas.openxmlformats.org/officeDocument/2006/relationships/image" Target="../media/image26.svg"/><Relationship Id="rId7" Type="http://schemas.openxmlformats.org/officeDocument/2006/relationships/image" Target="../media/image38.svg"/><Relationship Id="rId12" Type="http://schemas.openxmlformats.org/officeDocument/2006/relationships/image" Target="../media/image43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2.svg"/><Relationship Id="rId5" Type="http://schemas.openxmlformats.org/officeDocument/2006/relationships/image" Target="../media/image18.svg"/><Relationship Id="rId10" Type="http://schemas.openxmlformats.org/officeDocument/2006/relationships/image" Target="../media/image41.svg"/><Relationship Id="rId4" Type="http://schemas.openxmlformats.org/officeDocument/2006/relationships/image" Target="../media/image15.png"/><Relationship Id="rId9" Type="http://schemas.openxmlformats.org/officeDocument/2006/relationships/image" Target="../media/image40.svg"/><Relationship Id="rId14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6.svg"/><Relationship Id="rId7" Type="http://schemas.openxmlformats.org/officeDocument/2006/relationships/image" Target="../media/image46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50.svg"/><Relationship Id="rId5" Type="http://schemas.openxmlformats.org/officeDocument/2006/relationships/image" Target="../media/image45.svg"/><Relationship Id="rId10" Type="http://schemas.openxmlformats.org/officeDocument/2006/relationships/image" Target="../media/image49.png"/><Relationship Id="rId4" Type="http://schemas.openxmlformats.org/officeDocument/2006/relationships/image" Target="../media/image15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13" Type="http://schemas.openxmlformats.org/officeDocument/2006/relationships/image" Target="../media/image58.png"/><Relationship Id="rId3" Type="http://schemas.openxmlformats.org/officeDocument/2006/relationships/image" Target="../media/image14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56.png"/><Relationship Id="rId5" Type="http://schemas.openxmlformats.org/officeDocument/2006/relationships/image" Target="../media/image51.svg"/><Relationship Id="rId10" Type="http://schemas.openxmlformats.org/officeDocument/2006/relationships/image" Target="../media/image55.svg"/><Relationship Id="rId4" Type="http://schemas.openxmlformats.org/officeDocument/2006/relationships/image" Target="../media/image15.png"/><Relationship Id="rId9" Type="http://schemas.openxmlformats.org/officeDocument/2006/relationships/image" Target="../media/image54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65.png"/><Relationship Id="rId3" Type="http://schemas.openxmlformats.org/officeDocument/2006/relationships/image" Target="../media/image14.svg"/><Relationship Id="rId7" Type="http://schemas.openxmlformats.org/officeDocument/2006/relationships/image" Target="../media/image59.svg"/><Relationship Id="rId12" Type="http://schemas.openxmlformats.org/officeDocument/2006/relationships/image" Target="../media/image64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63.svg"/><Relationship Id="rId5" Type="http://schemas.openxmlformats.org/officeDocument/2006/relationships/image" Target="../media/image51.svg"/><Relationship Id="rId15" Type="http://schemas.openxmlformats.org/officeDocument/2006/relationships/image" Target="../media/image67.png"/><Relationship Id="rId10" Type="http://schemas.openxmlformats.org/officeDocument/2006/relationships/image" Target="../media/image62.svg"/><Relationship Id="rId4" Type="http://schemas.openxmlformats.org/officeDocument/2006/relationships/image" Target="../media/image15.png"/><Relationship Id="rId9" Type="http://schemas.openxmlformats.org/officeDocument/2006/relationships/image" Target="../media/image61.svg"/><Relationship Id="rId14" Type="http://schemas.openxmlformats.org/officeDocument/2006/relationships/image" Target="../media/image6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75.svg"/><Relationship Id="rId18" Type="http://schemas.openxmlformats.org/officeDocument/2006/relationships/image" Target="../media/image80.svg"/><Relationship Id="rId3" Type="http://schemas.openxmlformats.org/officeDocument/2006/relationships/image" Target="../media/image14.svg"/><Relationship Id="rId21" Type="http://schemas.openxmlformats.org/officeDocument/2006/relationships/image" Target="../media/image83.sv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17" Type="http://schemas.openxmlformats.org/officeDocument/2006/relationships/image" Target="../media/image79.svg"/><Relationship Id="rId2" Type="http://schemas.openxmlformats.org/officeDocument/2006/relationships/image" Target="../media/image18.svg"/><Relationship Id="rId16" Type="http://schemas.openxmlformats.org/officeDocument/2006/relationships/image" Target="../media/image78.svg"/><Relationship Id="rId20" Type="http://schemas.openxmlformats.org/officeDocument/2006/relationships/image" Target="../media/image8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73.svg"/><Relationship Id="rId24" Type="http://schemas.openxmlformats.org/officeDocument/2006/relationships/image" Target="../media/image86.png"/><Relationship Id="rId5" Type="http://schemas.openxmlformats.org/officeDocument/2006/relationships/image" Target="../media/image68.svg"/><Relationship Id="rId15" Type="http://schemas.openxmlformats.org/officeDocument/2006/relationships/image" Target="../media/image77.svg"/><Relationship Id="rId23" Type="http://schemas.openxmlformats.org/officeDocument/2006/relationships/image" Target="../media/image85.png"/><Relationship Id="rId10" Type="http://schemas.openxmlformats.org/officeDocument/2006/relationships/image" Target="../media/image72.svg"/><Relationship Id="rId19" Type="http://schemas.openxmlformats.org/officeDocument/2006/relationships/image" Target="../media/image81.svg"/><Relationship Id="rId4" Type="http://schemas.openxmlformats.org/officeDocument/2006/relationships/image" Target="../media/image15.png"/><Relationship Id="rId9" Type="http://schemas.openxmlformats.org/officeDocument/2006/relationships/image" Target="../media/image71.svg"/><Relationship Id="rId14" Type="http://schemas.openxmlformats.org/officeDocument/2006/relationships/image" Target="../media/image76.svg"/><Relationship Id="rId22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svg"/><Relationship Id="rId3" Type="http://schemas.openxmlformats.org/officeDocument/2006/relationships/image" Target="../media/image87.svg"/><Relationship Id="rId7" Type="http://schemas.openxmlformats.org/officeDocument/2006/relationships/image" Target="../media/image90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svg"/><Relationship Id="rId5" Type="http://schemas.openxmlformats.org/officeDocument/2006/relationships/image" Target="../media/image88.svg"/><Relationship Id="rId10" Type="http://schemas.openxmlformats.org/officeDocument/2006/relationships/image" Target="../media/image15.png"/><Relationship Id="rId4" Type="http://schemas.openxmlformats.org/officeDocument/2006/relationships/image" Target="../media/image17.svg"/><Relationship Id="rId9" Type="http://schemas.openxmlformats.org/officeDocument/2006/relationships/image" Target="../media/image26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svg"/><Relationship Id="rId13" Type="http://schemas.openxmlformats.org/officeDocument/2006/relationships/image" Target="../media/image100.svg"/><Relationship Id="rId18" Type="http://schemas.openxmlformats.org/officeDocument/2006/relationships/image" Target="../media/image105.svg"/><Relationship Id="rId3" Type="http://schemas.openxmlformats.org/officeDocument/2006/relationships/image" Target="../media/image93.svg"/><Relationship Id="rId21" Type="http://schemas.openxmlformats.org/officeDocument/2006/relationships/image" Target="../media/image108.png"/><Relationship Id="rId7" Type="http://schemas.openxmlformats.org/officeDocument/2006/relationships/image" Target="../media/image94.svg"/><Relationship Id="rId12" Type="http://schemas.openxmlformats.org/officeDocument/2006/relationships/image" Target="../media/image99.svg"/><Relationship Id="rId17" Type="http://schemas.openxmlformats.org/officeDocument/2006/relationships/image" Target="../media/image104.svg"/><Relationship Id="rId2" Type="http://schemas.openxmlformats.org/officeDocument/2006/relationships/image" Target="../media/image92.svg"/><Relationship Id="rId16" Type="http://schemas.openxmlformats.org/officeDocument/2006/relationships/image" Target="../media/image103.svg"/><Relationship Id="rId20" Type="http://schemas.openxmlformats.org/officeDocument/2006/relationships/image" Target="../media/image10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98.svg"/><Relationship Id="rId5" Type="http://schemas.openxmlformats.org/officeDocument/2006/relationships/image" Target="../media/image26.svg"/><Relationship Id="rId15" Type="http://schemas.openxmlformats.org/officeDocument/2006/relationships/image" Target="../media/image102.svg"/><Relationship Id="rId23" Type="http://schemas.openxmlformats.org/officeDocument/2006/relationships/image" Target="../media/image110.png"/><Relationship Id="rId10" Type="http://schemas.openxmlformats.org/officeDocument/2006/relationships/image" Target="../media/image97.svg"/><Relationship Id="rId19" Type="http://schemas.openxmlformats.org/officeDocument/2006/relationships/image" Target="../media/image106.svg"/><Relationship Id="rId4" Type="http://schemas.openxmlformats.org/officeDocument/2006/relationships/image" Target="../media/image25.svg"/><Relationship Id="rId9" Type="http://schemas.openxmlformats.org/officeDocument/2006/relationships/image" Target="../media/image96.svg"/><Relationship Id="rId14" Type="http://schemas.openxmlformats.org/officeDocument/2006/relationships/image" Target="../media/image101.svg"/><Relationship Id="rId22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svg"/><Relationship Id="rId13" Type="http://schemas.openxmlformats.org/officeDocument/2006/relationships/image" Target="../media/image104.svg"/><Relationship Id="rId3" Type="http://schemas.openxmlformats.org/officeDocument/2006/relationships/image" Target="../media/image26.svg"/><Relationship Id="rId7" Type="http://schemas.openxmlformats.org/officeDocument/2006/relationships/image" Target="../media/image67.png"/><Relationship Id="rId12" Type="http://schemas.openxmlformats.org/officeDocument/2006/relationships/image" Target="../media/image103.svg"/><Relationship Id="rId2" Type="http://schemas.openxmlformats.org/officeDocument/2006/relationships/image" Target="../media/image24.svg"/><Relationship Id="rId16" Type="http://schemas.openxmlformats.org/officeDocument/2006/relationships/image" Target="../media/image10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02.svg"/><Relationship Id="rId5" Type="http://schemas.openxmlformats.org/officeDocument/2006/relationships/image" Target="../media/image93.svg"/><Relationship Id="rId15" Type="http://schemas.openxmlformats.org/officeDocument/2006/relationships/image" Target="../media/image106.svg"/><Relationship Id="rId10" Type="http://schemas.openxmlformats.org/officeDocument/2006/relationships/image" Target="../media/image96.svg"/><Relationship Id="rId4" Type="http://schemas.openxmlformats.org/officeDocument/2006/relationships/image" Target="../media/image15.png"/><Relationship Id="rId9" Type="http://schemas.openxmlformats.org/officeDocument/2006/relationships/image" Target="../media/image101.svg"/><Relationship Id="rId14" Type="http://schemas.openxmlformats.org/officeDocument/2006/relationships/image" Target="../media/image105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13" Type="http://schemas.openxmlformats.org/officeDocument/2006/relationships/image" Target="../media/image105.svg"/><Relationship Id="rId3" Type="http://schemas.openxmlformats.org/officeDocument/2006/relationships/image" Target="../media/image26.svg"/><Relationship Id="rId7" Type="http://schemas.openxmlformats.org/officeDocument/2006/relationships/image" Target="../media/image94.svg"/><Relationship Id="rId12" Type="http://schemas.openxmlformats.org/officeDocument/2006/relationships/image" Target="../media/image104.svg"/><Relationship Id="rId2" Type="http://schemas.openxmlformats.org/officeDocument/2006/relationships/image" Target="../media/image24.svg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03.svg"/><Relationship Id="rId5" Type="http://schemas.openxmlformats.org/officeDocument/2006/relationships/image" Target="../media/image93.svg"/><Relationship Id="rId15" Type="http://schemas.openxmlformats.org/officeDocument/2006/relationships/image" Target="../media/image107.svg"/><Relationship Id="rId10" Type="http://schemas.openxmlformats.org/officeDocument/2006/relationships/image" Target="../media/image102.svg"/><Relationship Id="rId4" Type="http://schemas.openxmlformats.org/officeDocument/2006/relationships/image" Target="../media/image15.png"/><Relationship Id="rId9" Type="http://schemas.openxmlformats.org/officeDocument/2006/relationships/image" Target="../media/image96.svg"/><Relationship Id="rId14" Type="http://schemas.openxmlformats.org/officeDocument/2006/relationships/image" Target="../media/image10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13" Type="http://schemas.openxmlformats.org/officeDocument/2006/relationships/image" Target="../media/image105.svg"/><Relationship Id="rId3" Type="http://schemas.openxmlformats.org/officeDocument/2006/relationships/image" Target="../media/image26.svg"/><Relationship Id="rId7" Type="http://schemas.openxmlformats.org/officeDocument/2006/relationships/image" Target="../media/image94.svg"/><Relationship Id="rId12" Type="http://schemas.openxmlformats.org/officeDocument/2006/relationships/image" Target="../media/image104.svg"/><Relationship Id="rId2" Type="http://schemas.openxmlformats.org/officeDocument/2006/relationships/image" Target="../media/image24.sv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03.svg"/><Relationship Id="rId5" Type="http://schemas.openxmlformats.org/officeDocument/2006/relationships/image" Target="../media/image93.svg"/><Relationship Id="rId15" Type="http://schemas.openxmlformats.org/officeDocument/2006/relationships/image" Target="../media/image107.svg"/><Relationship Id="rId10" Type="http://schemas.openxmlformats.org/officeDocument/2006/relationships/image" Target="../media/image102.svg"/><Relationship Id="rId4" Type="http://schemas.openxmlformats.org/officeDocument/2006/relationships/image" Target="../media/image15.png"/><Relationship Id="rId9" Type="http://schemas.openxmlformats.org/officeDocument/2006/relationships/image" Target="../media/image96.svg"/><Relationship Id="rId14" Type="http://schemas.openxmlformats.org/officeDocument/2006/relationships/image" Target="../media/image106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svg"/><Relationship Id="rId3" Type="http://schemas.openxmlformats.org/officeDocument/2006/relationships/image" Target="../media/image26.svg"/><Relationship Id="rId7" Type="http://schemas.openxmlformats.org/officeDocument/2006/relationships/image" Target="../media/image114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113.svg"/><Relationship Id="rId10" Type="http://schemas.openxmlformats.org/officeDocument/2006/relationships/image" Target="../media/image27.svg"/><Relationship Id="rId4" Type="http://schemas.openxmlformats.org/officeDocument/2006/relationships/image" Target="../media/image15.png"/><Relationship Id="rId9" Type="http://schemas.openxmlformats.org/officeDocument/2006/relationships/image" Target="../media/image11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svg"/><Relationship Id="rId13" Type="http://schemas.openxmlformats.org/officeDocument/2006/relationships/image" Target="../media/image125.png"/><Relationship Id="rId18" Type="http://schemas.openxmlformats.org/officeDocument/2006/relationships/image" Target="../media/image130.svg"/><Relationship Id="rId3" Type="http://schemas.openxmlformats.org/officeDocument/2006/relationships/image" Target="../media/image117.svg"/><Relationship Id="rId7" Type="http://schemas.openxmlformats.org/officeDocument/2006/relationships/image" Target="../media/image121.svg"/><Relationship Id="rId12" Type="http://schemas.openxmlformats.org/officeDocument/2006/relationships/image" Target="../media/image15.png"/><Relationship Id="rId17" Type="http://schemas.openxmlformats.org/officeDocument/2006/relationships/image" Target="../media/image129.svg"/><Relationship Id="rId2" Type="http://schemas.openxmlformats.org/officeDocument/2006/relationships/image" Target="../media/image92.svg"/><Relationship Id="rId16" Type="http://schemas.openxmlformats.org/officeDocument/2006/relationships/image" Target="../media/image1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svg"/><Relationship Id="rId11" Type="http://schemas.openxmlformats.org/officeDocument/2006/relationships/image" Target="../media/image26.svg"/><Relationship Id="rId5" Type="http://schemas.openxmlformats.org/officeDocument/2006/relationships/image" Target="../media/image119.svg"/><Relationship Id="rId15" Type="http://schemas.openxmlformats.org/officeDocument/2006/relationships/image" Target="../media/image127.svg"/><Relationship Id="rId10" Type="http://schemas.openxmlformats.org/officeDocument/2006/relationships/image" Target="../media/image124.svg"/><Relationship Id="rId19" Type="http://schemas.openxmlformats.org/officeDocument/2006/relationships/image" Target="../media/image131.svg"/><Relationship Id="rId4" Type="http://schemas.openxmlformats.org/officeDocument/2006/relationships/image" Target="../media/image118.svg"/><Relationship Id="rId9" Type="http://schemas.openxmlformats.org/officeDocument/2006/relationships/image" Target="../media/image123.svg"/><Relationship Id="rId14" Type="http://schemas.openxmlformats.org/officeDocument/2006/relationships/image" Target="../media/image126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svg"/><Relationship Id="rId13" Type="http://schemas.openxmlformats.org/officeDocument/2006/relationships/image" Target="../media/image138.svg"/><Relationship Id="rId18" Type="http://schemas.openxmlformats.org/officeDocument/2006/relationships/image" Target="../media/image143.svg"/><Relationship Id="rId3" Type="http://schemas.openxmlformats.org/officeDocument/2006/relationships/image" Target="../media/image132.svg"/><Relationship Id="rId21" Type="http://schemas.openxmlformats.org/officeDocument/2006/relationships/image" Target="../media/image146.svg"/><Relationship Id="rId7" Type="http://schemas.openxmlformats.org/officeDocument/2006/relationships/image" Target="../media/image18.svg"/><Relationship Id="rId12" Type="http://schemas.openxmlformats.org/officeDocument/2006/relationships/image" Target="../media/image137.svg"/><Relationship Id="rId17" Type="http://schemas.openxmlformats.org/officeDocument/2006/relationships/image" Target="../media/image14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1.svg"/><Relationship Id="rId20" Type="http://schemas.openxmlformats.org/officeDocument/2006/relationships/image" Target="../media/image14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136.svg"/><Relationship Id="rId5" Type="http://schemas.openxmlformats.org/officeDocument/2006/relationships/image" Target="../media/image26.svg"/><Relationship Id="rId15" Type="http://schemas.openxmlformats.org/officeDocument/2006/relationships/image" Target="../media/image140.svg"/><Relationship Id="rId23" Type="http://schemas.openxmlformats.org/officeDocument/2006/relationships/image" Target="../media/image148.svg"/><Relationship Id="rId10" Type="http://schemas.openxmlformats.org/officeDocument/2006/relationships/image" Target="../media/image135.svg"/><Relationship Id="rId19" Type="http://schemas.openxmlformats.org/officeDocument/2006/relationships/image" Target="../media/image144.svg"/><Relationship Id="rId4" Type="http://schemas.openxmlformats.org/officeDocument/2006/relationships/image" Target="../media/image25.svg"/><Relationship Id="rId9" Type="http://schemas.openxmlformats.org/officeDocument/2006/relationships/image" Target="../media/image134.svg"/><Relationship Id="rId14" Type="http://schemas.openxmlformats.org/officeDocument/2006/relationships/image" Target="../media/image139.svg"/><Relationship Id="rId22" Type="http://schemas.openxmlformats.org/officeDocument/2006/relationships/image" Target="../media/image147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svg"/><Relationship Id="rId13" Type="http://schemas.openxmlformats.org/officeDocument/2006/relationships/image" Target="../media/image158.svg"/><Relationship Id="rId18" Type="http://schemas.openxmlformats.org/officeDocument/2006/relationships/image" Target="../media/image163.svg"/><Relationship Id="rId3" Type="http://schemas.openxmlformats.org/officeDocument/2006/relationships/image" Target="../media/image149.svg"/><Relationship Id="rId21" Type="http://schemas.openxmlformats.org/officeDocument/2006/relationships/image" Target="../media/image15.png"/><Relationship Id="rId7" Type="http://schemas.openxmlformats.org/officeDocument/2006/relationships/image" Target="../media/image152.svg"/><Relationship Id="rId12" Type="http://schemas.openxmlformats.org/officeDocument/2006/relationships/image" Target="../media/image157.svg"/><Relationship Id="rId17" Type="http://schemas.openxmlformats.org/officeDocument/2006/relationships/image" Target="../media/image162.svg"/><Relationship Id="rId2" Type="http://schemas.openxmlformats.org/officeDocument/2006/relationships/image" Target="../media/image92.svg"/><Relationship Id="rId16" Type="http://schemas.openxmlformats.org/officeDocument/2006/relationships/image" Target="../media/image161.sv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svg"/><Relationship Id="rId11" Type="http://schemas.openxmlformats.org/officeDocument/2006/relationships/image" Target="../media/image156.svg"/><Relationship Id="rId5" Type="http://schemas.openxmlformats.org/officeDocument/2006/relationships/image" Target="../media/image150.svg"/><Relationship Id="rId15" Type="http://schemas.openxmlformats.org/officeDocument/2006/relationships/image" Target="../media/image160.svg"/><Relationship Id="rId10" Type="http://schemas.openxmlformats.org/officeDocument/2006/relationships/image" Target="../media/image155.svg"/><Relationship Id="rId19" Type="http://schemas.openxmlformats.org/officeDocument/2006/relationships/image" Target="../media/image164.png"/><Relationship Id="rId4" Type="http://schemas.openxmlformats.org/officeDocument/2006/relationships/image" Target="../media/image118.svg"/><Relationship Id="rId9" Type="http://schemas.openxmlformats.org/officeDocument/2006/relationships/image" Target="../media/image154.svg"/><Relationship Id="rId14" Type="http://schemas.openxmlformats.org/officeDocument/2006/relationships/image" Target="../media/image159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165.svg"/><Relationship Id="rId7" Type="http://schemas.openxmlformats.org/officeDocument/2006/relationships/image" Target="../media/image168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5" Type="http://schemas.openxmlformats.org/officeDocument/2006/relationships/image" Target="../media/image25.svg"/><Relationship Id="rId4" Type="http://schemas.openxmlformats.org/officeDocument/2006/relationships/image" Target="../media/image166.svg"/><Relationship Id="rId9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svg"/><Relationship Id="rId13" Type="http://schemas.openxmlformats.org/officeDocument/2006/relationships/image" Target="../media/image101.svg"/><Relationship Id="rId3" Type="http://schemas.openxmlformats.org/officeDocument/2006/relationships/image" Target="../media/image169.jpeg"/><Relationship Id="rId7" Type="http://schemas.openxmlformats.org/officeDocument/2006/relationships/image" Target="../media/image98.svg"/><Relationship Id="rId12" Type="http://schemas.openxmlformats.org/officeDocument/2006/relationships/image" Target="../media/image95.svg"/><Relationship Id="rId17" Type="http://schemas.openxmlformats.org/officeDocument/2006/relationships/image" Target="../media/image15.png"/><Relationship Id="rId2" Type="http://schemas.openxmlformats.org/officeDocument/2006/relationships/image" Target="../media/image24.svg"/><Relationship Id="rId16" Type="http://schemas.openxmlformats.org/officeDocument/2006/relationships/image" Target="../media/image2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svg"/><Relationship Id="rId11" Type="http://schemas.openxmlformats.org/officeDocument/2006/relationships/image" Target="../media/image173.svg"/><Relationship Id="rId5" Type="http://schemas.openxmlformats.org/officeDocument/2006/relationships/image" Target="../media/image25.svg"/><Relationship Id="rId15" Type="http://schemas.openxmlformats.org/officeDocument/2006/relationships/image" Target="../media/image175.svg"/><Relationship Id="rId10" Type="http://schemas.openxmlformats.org/officeDocument/2006/relationships/image" Target="../media/image172.svg"/><Relationship Id="rId4" Type="http://schemas.openxmlformats.org/officeDocument/2006/relationships/image" Target="../media/image168.svg"/><Relationship Id="rId9" Type="http://schemas.openxmlformats.org/officeDocument/2006/relationships/image" Target="../media/image171.svg"/><Relationship Id="rId14" Type="http://schemas.openxmlformats.org/officeDocument/2006/relationships/image" Target="../media/image174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13" Type="http://schemas.openxmlformats.org/officeDocument/2006/relationships/image" Target="../media/image177.jpeg"/><Relationship Id="rId18" Type="http://schemas.openxmlformats.org/officeDocument/2006/relationships/image" Target="../media/image101.svg"/><Relationship Id="rId3" Type="http://schemas.openxmlformats.org/officeDocument/2006/relationships/image" Target="../media/image176.jpeg"/><Relationship Id="rId7" Type="http://schemas.openxmlformats.org/officeDocument/2006/relationships/image" Target="../media/image99.svg"/><Relationship Id="rId12" Type="http://schemas.openxmlformats.org/officeDocument/2006/relationships/image" Target="../media/image15.png"/><Relationship Id="rId17" Type="http://schemas.openxmlformats.org/officeDocument/2006/relationships/image" Target="../media/image173.svg"/><Relationship Id="rId2" Type="http://schemas.openxmlformats.org/officeDocument/2006/relationships/image" Target="../media/image24.svg"/><Relationship Id="rId16" Type="http://schemas.openxmlformats.org/officeDocument/2006/relationships/image" Target="../media/image17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openxmlformats.org/officeDocument/2006/relationships/image" Target="../media/image175.svg"/><Relationship Id="rId5" Type="http://schemas.openxmlformats.org/officeDocument/2006/relationships/image" Target="../media/image168.svg"/><Relationship Id="rId15" Type="http://schemas.openxmlformats.org/officeDocument/2006/relationships/image" Target="../media/image171.svg"/><Relationship Id="rId10" Type="http://schemas.openxmlformats.org/officeDocument/2006/relationships/image" Target="../media/image174.svg"/><Relationship Id="rId4" Type="http://schemas.openxmlformats.org/officeDocument/2006/relationships/image" Target="../media/image26.svg"/><Relationship Id="rId9" Type="http://schemas.openxmlformats.org/officeDocument/2006/relationships/image" Target="../media/image95.svg"/><Relationship Id="rId14" Type="http://schemas.openxmlformats.org/officeDocument/2006/relationships/image" Target="../media/image170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svg"/><Relationship Id="rId13" Type="http://schemas.openxmlformats.org/officeDocument/2006/relationships/image" Target="../media/image186.png"/><Relationship Id="rId3" Type="http://schemas.openxmlformats.org/officeDocument/2006/relationships/image" Target="../media/image178.svg"/><Relationship Id="rId7" Type="http://schemas.openxmlformats.org/officeDocument/2006/relationships/image" Target="../media/image157.svg"/><Relationship Id="rId12" Type="http://schemas.openxmlformats.org/officeDocument/2006/relationships/image" Target="../media/image185.png"/><Relationship Id="rId2" Type="http://schemas.openxmlformats.org/officeDocument/2006/relationships/image" Target="../media/image24.sv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svg"/><Relationship Id="rId11" Type="http://schemas.openxmlformats.org/officeDocument/2006/relationships/image" Target="../media/image184.svg"/><Relationship Id="rId5" Type="http://schemas.openxmlformats.org/officeDocument/2006/relationships/image" Target="../media/image179.svg"/><Relationship Id="rId15" Type="http://schemas.openxmlformats.org/officeDocument/2006/relationships/image" Target="../media/image26.svg"/><Relationship Id="rId10" Type="http://schemas.openxmlformats.org/officeDocument/2006/relationships/image" Target="../media/image183.svg"/><Relationship Id="rId4" Type="http://schemas.openxmlformats.org/officeDocument/2006/relationships/image" Target="../media/image118.svg"/><Relationship Id="rId9" Type="http://schemas.openxmlformats.org/officeDocument/2006/relationships/image" Target="../media/image182.svg"/><Relationship Id="rId14" Type="http://schemas.openxmlformats.org/officeDocument/2006/relationships/image" Target="../media/image18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3" Type="http://schemas.openxmlformats.org/officeDocument/2006/relationships/image" Target="../media/image188.svg"/><Relationship Id="rId7" Type="http://schemas.openxmlformats.org/officeDocument/2006/relationships/image" Target="../media/image191.pn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svg"/><Relationship Id="rId5" Type="http://schemas.openxmlformats.org/officeDocument/2006/relationships/image" Target="../media/image17.svg"/><Relationship Id="rId10" Type="http://schemas.openxmlformats.org/officeDocument/2006/relationships/image" Target="../media/image15.png"/><Relationship Id="rId4" Type="http://schemas.openxmlformats.org/officeDocument/2006/relationships/image" Target="../media/image189.svg"/><Relationship Id="rId9" Type="http://schemas.openxmlformats.org/officeDocument/2006/relationships/image" Target="../media/image26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svg"/><Relationship Id="rId3" Type="http://schemas.openxmlformats.org/officeDocument/2006/relationships/image" Target="../media/image26.svg"/><Relationship Id="rId7" Type="http://schemas.openxmlformats.org/officeDocument/2006/relationships/image" Target="../media/image193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178.svg"/><Relationship Id="rId4" Type="http://schemas.openxmlformats.org/officeDocument/2006/relationships/image" Target="../media/image15.png"/><Relationship Id="rId9" Type="http://schemas.openxmlformats.org/officeDocument/2006/relationships/image" Target="../media/image19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svg"/><Relationship Id="rId3" Type="http://schemas.openxmlformats.org/officeDocument/2006/relationships/image" Target="../media/image26.svg"/><Relationship Id="rId7" Type="http://schemas.openxmlformats.org/officeDocument/2006/relationships/image" Target="../media/image198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svg"/><Relationship Id="rId5" Type="http://schemas.openxmlformats.org/officeDocument/2006/relationships/image" Target="../media/image196.svg"/><Relationship Id="rId10" Type="http://schemas.openxmlformats.org/officeDocument/2006/relationships/image" Target="../media/image201.svg"/><Relationship Id="rId4" Type="http://schemas.openxmlformats.org/officeDocument/2006/relationships/image" Target="../media/image15.png"/><Relationship Id="rId9" Type="http://schemas.openxmlformats.org/officeDocument/2006/relationships/image" Target="../media/image2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570200" y="444500"/>
            <a:ext cx="1778000" cy="48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06500" y="1803400"/>
            <a:ext cx="49911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5100" dirty="0">
                <a:solidFill>
                  <a:srgbClr val="0E6D62"/>
                </a:solidFill>
                <a:latin typeface="Pretendard Regular"/>
                <a:ea typeface="Pretendard Regular"/>
                <a:cs typeface="Pretendard Regular"/>
              </a:rPr>
              <a:t>&lt;div&gt;</a:t>
            </a:r>
            <a:endParaRPr lang="en-US" sz="5100" b="0" i="0" u="none" strike="noStrike" dirty="0">
              <a:solidFill>
                <a:srgbClr val="0E6D62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786100" y="546100"/>
            <a:ext cx="1346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sz="15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Ver. 01</a:t>
            </a:r>
            <a:endParaRPr lang="en-US" sz="1500" b="0" i="0" u="none" strike="noStrike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6500" y="8858250"/>
            <a:ext cx="5943600" cy="1054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22008"/>
              </a:lnSpc>
            </a:pPr>
            <a:r>
              <a:rPr lang="en-US" sz="2800" b="0" i="0" u="none" strike="noStrike" dirty="0">
                <a:solidFill>
                  <a:srgbClr val="252525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Travel </a:t>
            </a:r>
            <a:r>
              <a:rPr lang="en-US" sz="2800" dirty="0">
                <a:solidFill>
                  <a:srgbClr val="252525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package site</a:t>
            </a:r>
          </a:p>
          <a:p>
            <a:pPr>
              <a:lnSpc>
                <a:spcPct val="122008"/>
              </a:lnSpc>
            </a:pPr>
            <a:endParaRPr lang="en-US" sz="2800" dirty="0">
              <a:solidFill>
                <a:srgbClr val="252525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8605520"/>
            <a:ext cx="9144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8500" y="4673600"/>
            <a:ext cx="11277600" cy="4711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2159000"/>
            <a:ext cx="6172200" cy="7226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36400" y="4673600"/>
            <a:ext cx="3848100" cy="2921000"/>
          </a:xfrm>
          <a:prstGeom prst="rect">
            <a:avLst/>
          </a:prstGeom>
          <a:effectLst>
            <a:outerShdw blurRad="437197" dist="291465" dir="2700000">
              <a:srgbClr val="0E6D62">
                <a:alpha val="3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217400" y="5054600"/>
            <a:ext cx="457200" cy="4572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2280900" y="5092700"/>
            <a:ext cx="3429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888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92000" y="6731000"/>
            <a:ext cx="3124200" cy="558800"/>
          </a:xfrm>
          <a:prstGeom prst="rect">
            <a:avLst/>
          </a:prstGeom>
          <a:effectLst>
            <a:outerShdw blurRad="82868" dist="55245" dir="2700000">
              <a:srgbClr val="5E83BE">
                <a:alpha val="3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12407900" y="6845300"/>
            <a:ext cx="1384300" cy="304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84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presentation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871700" y="6832600"/>
            <a:ext cx="330200" cy="330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58900" y="4394200"/>
            <a:ext cx="1143000" cy="1117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74800" y="4686300"/>
            <a:ext cx="723900" cy="533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103100" y="7708900"/>
            <a:ext cx="1358900" cy="558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208000" y="7353300"/>
            <a:ext cx="482600" cy="482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2268200" y="7797800"/>
            <a:ext cx="1028700" cy="406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091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Click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540740" y="5811520"/>
            <a:ext cx="1496060" cy="546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600" dirty="0" err="1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rPr>
              <a:t>길마중</a:t>
            </a:r>
            <a:endParaRPr lang="ko-KR" altLang="en-US" sz="2600" b="0" i="0" u="none" strike="noStrike" dirty="0">
              <a:solidFill>
                <a:srgbClr val="252525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37B985C-5981-213E-D374-1F21BAE471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671107" y="5774055"/>
            <a:ext cx="748665" cy="537210"/>
          </a:xfrm>
          <a:prstGeom prst="rect">
            <a:avLst/>
          </a:prstGeom>
        </p:spPr>
      </p:pic>
      <p:sp>
        <p:nvSpPr>
          <p:cNvPr id="26" name="TextBox 7">
            <a:extLst>
              <a:ext uri="{FF2B5EF4-FFF2-40B4-BE49-F238E27FC236}">
                <a16:creationId xmlns:a16="http://schemas.microsoft.com/office/drawing/2014/main" id="{304C6D38-41C1-CB20-09AC-6E64F9570557}"/>
              </a:ext>
            </a:extLst>
          </p:cNvPr>
          <p:cNvSpPr txBox="1"/>
          <p:nvPr/>
        </p:nvSpPr>
        <p:spPr>
          <a:xfrm>
            <a:off x="1206500" y="2712720"/>
            <a:ext cx="6413501" cy="306133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22008"/>
              </a:lnSpc>
            </a:pPr>
            <a:r>
              <a:rPr lang="en-US" sz="8000" b="1" dirty="0">
                <a:solidFill>
                  <a:srgbClr val="252525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Team Project Report</a:t>
            </a:r>
            <a:endParaRPr lang="ko-KR" altLang="en-US" sz="8000" b="1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>
              <a:lnSpc>
                <a:spcPct val="122008"/>
              </a:lnSpc>
            </a:pPr>
            <a:endParaRPr lang="en-US" sz="8000" b="1" dirty="0">
              <a:solidFill>
                <a:srgbClr val="252525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8200" y="1244600"/>
            <a:ext cx="1371600" cy="4826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8503920" y="1346200"/>
            <a:ext cx="128016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Contents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F3C4488-6DAB-A235-F1E0-57EE1FF9B8D1}"/>
              </a:ext>
            </a:extLst>
          </p:cNvPr>
          <p:cNvSpPr txBox="1"/>
          <p:nvPr/>
        </p:nvSpPr>
        <p:spPr>
          <a:xfrm>
            <a:off x="2656778" y="1859527"/>
            <a:ext cx="12988383" cy="825191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3600" b="1" spc="-100" dirty="0">
                <a:solidFill>
                  <a:srgbClr val="333333"/>
                </a:solidFill>
                <a:latin typeface="Pretendard Bold"/>
                <a:ea typeface="Pretendard Bold"/>
                <a:cs typeface="Pretendard" panose="02000503000000020004" pitchFamily="2" charset="-127"/>
              </a:rPr>
              <a:t>공공 데이터의 신뢰성에 편리함을 더한 플랫폼</a:t>
            </a:r>
            <a:endParaRPr lang="ko-KR" sz="2400" b="1" dirty="0">
              <a:latin typeface="Pretendard SemiBold"/>
              <a:ea typeface="Pretendard SemiBold"/>
              <a:cs typeface="Pretendard" panose="02000503000000020004" pitchFamily="2" charset="-127"/>
            </a:endParaRPr>
          </a:p>
        </p:txBody>
      </p:sp>
      <p:sp>
        <p:nvSpPr>
          <p:cNvPr id="34" name="TextBox 37">
            <a:extLst>
              <a:ext uri="{FF2B5EF4-FFF2-40B4-BE49-F238E27FC236}">
                <a16:creationId xmlns:a16="http://schemas.microsoft.com/office/drawing/2014/main" id="{3AF223D7-D372-C5DC-0AA0-6A2A408FE011}"/>
              </a:ext>
            </a:extLst>
          </p:cNvPr>
          <p:cNvSpPr txBox="1"/>
          <p:nvPr/>
        </p:nvSpPr>
        <p:spPr>
          <a:xfrm>
            <a:off x="4251216" y="2596034"/>
            <a:ext cx="9786310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sz="2400" dirty="0">
                <a:solidFill>
                  <a:srgbClr val="333333"/>
                </a:solidFill>
                <a:latin typeface="Pretendard SemiBold"/>
                <a:ea typeface="Pretendard SemiBold"/>
              </a:rPr>
              <a:t>한국관광공사의 데이터와 실제 후기를 분석하여, </a:t>
            </a:r>
            <a:endParaRPr lang="ko-KR" sz="2400" dirty="0">
              <a:latin typeface="Pretendard SemiBold"/>
              <a:ea typeface="Pretendard SemiBold"/>
            </a:endParaRPr>
          </a:p>
          <a:p>
            <a:pPr algn="ctr"/>
            <a:r>
              <a:rPr lang="ko-KR" altLang="en-US" sz="2400" dirty="0">
                <a:solidFill>
                  <a:srgbClr val="333333"/>
                </a:solidFill>
                <a:latin typeface="Pretendard SemiBold"/>
                <a:ea typeface="Pretendard SemiBold"/>
              </a:rPr>
              <a:t>실제 리뷰 기준 최상의 여행 패키지를 쉽고 빠르게 예약하도록 돕는 패키지 플랫폼</a:t>
            </a:r>
          </a:p>
        </p:txBody>
      </p:sp>
      <p:pic>
        <p:nvPicPr>
          <p:cNvPr id="37" name="Picture 6">
            <a:extLst>
              <a:ext uri="{FF2B5EF4-FFF2-40B4-BE49-F238E27FC236}">
                <a16:creationId xmlns:a16="http://schemas.microsoft.com/office/drawing/2014/main" id="{42D67CEE-11E8-3FED-73F2-0AF90C425F42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100" y="3718745"/>
            <a:ext cx="16700500" cy="5470950"/>
          </a:xfrm>
          <a:prstGeom prst="rect">
            <a:avLst/>
          </a:prstGeom>
        </p:spPr>
      </p:pic>
      <p:sp>
        <p:nvSpPr>
          <p:cNvPr id="39" name="TextBox 7">
            <a:extLst>
              <a:ext uri="{FF2B5EF4-FFF2-40B4-BE49-F238E27FC236}">
                <a16:creationId xmlns:a16="http://schemas.microsoft.com/office/drawing/2014/main" id="{28F32EDD-1855-4F91-6968-1B37EFEE4F20}"/>
              </a:ext>
            </a:extLst>
          </p:cNvPr>
          <p:cNvSpPr txBox="1"/>
          <p:nvPr/>
        </p:nvSpPr>
        <p:spPr>
          <a:xfrm>
            <a:off x="2247900" y="60358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3. 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42" name="TextBox 8">
            <a:extLst>
              <a:ext uri="{FF2B5EF4-FFF2-40B4-BE49-F238E27FC236}">
                <a16:creationId xmlns:a16="http://schemas.microsoft.com/office/drawing/2014/main" id="{EB53CC9A-6394-B8F5-D4DD-E37CC61FE62D}"/>
              </a:ext>
            </a:extLst>
          </p:cNvPr>
          <p:cNvSpPr txBox="1"/>
          <p:nvPr/>
        </p:nvSpPr>
        <p:spPr>
          <a:xfrm>
            <a:off x="8051800" y="60231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03p</a:t>
            </a:r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DDFDED12-A8A1-D189-E54C-32A03F8C5041}"/>
              </a:ext>
            </a:extLst>
          </p:cNvPr>
          <p:cNvSpPr txBox="1"/>
          <p:nvPr/>
        </p:nvSpPr>
        <p:spPr>
          <a:xfrm>
            <a:off x="2552700" y="67216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페르소나 분석과 다른 페이지 탐색 내용을 바탕으로 주요 개발 요소를  안내합니다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46" name="Picture 10">
            <a:extLst>
              <a:ext uri="{FF2B5EF4-FFF2-40B4-BE49-F238E27FC236}">
                <a16:creationId xmlns:a16="http://schemas.microsoft.com/office/drawing/2014/main" id="{8DF15665-38DB-D4A4-211F-5891C75F2F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47900" y="6569258"/>
            <a:ext cx="6464300" cy="25400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3CA860CC-901B-2E0D-E914-B2B25B189575}"/>
              </a:ext>
            </a:extLst>
          </p:cNvPr>
          <p:cNvSpPr txBox="1"/>
          <p:nvPr/>
        </p:nvSpPr>
        <p:spPr>
          <a:xfrm>
            <a:off x="2247900" y="44610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1. 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0" name="TextBox 12">
            <a:extLst>
              <a:ext uri="{FF2B5EF4-FFF2-40B4-BE49-F238E27FC236}">
                <a16:creationId xmlns:a16="http://schemas.microsoft.com/office/drawing/2014/main" id="{5F2B0BCB-EC02-FE85-6C11-B91EDA54AE26}"/>
              </a:ext>
            </a:extLst>
          </p:cNvPr>
          <p:cNvSpPr txBox="1"/>
          <p:nvPr/>
        </p:nvSpPr>
        <p:spPr>
          <a:xfrm>
            <a:off x="8051800" y="44483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01p</a:t>
            </a:r>
          </a:p>
        </p:txBody>
      </p:sp>
      <p:sp>
        <p:nvSpPr>
          <p:cNvPr id="52" name="TextBox 13">
            <a:extLst>
              <a:ext uri="{FF2B5EF4-FFF2-40B4-BE49-F238E27FC236}">
                <a16:creationId xmlns:a16="http://schemas.microsoft.com/office/drawing/2014/main" id="{88468E70-A155-39A4-2BB7-52388AF93B70}"/>
              </a:ext>
            </a:extLst>
          </p:cNvPr>
          <p:cNvSpPr txBox="1"/>
          <p:nvPr/>
        </p:nvSpPr>
        <p:spPr>
          <a:xfrm>
            <a:off x="2552700" y="51468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발표 내용에 대한 목차를 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간략히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소개합니다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54" name="Picture 14">
            <a:extLst>
              <a:ext uri="{FF2B5EF4-FFF2-40B4-BE49-F238E27FC236}">
                <a16:creationId xmlns:a16="http://schemas.microsoft.com/office/drawing/2014/main" id="{AE5E00B0-1EBE-340F-BDD0-85344E937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7900" y="4994458"/>
            <a:ext cx="6464300" cy="25400"/>
          </a:xfrm>
          <a:prstGeom prst="rect">
            <a:avLst/>
          </a:prstGeom>
        </p:spPr>
      </p:pic>
      <p:sp>
        <p:nvSpPr>
          <p:cNvPr id="56" name="TextBox 15">
            <a:extLst>
              <a:ext uri="{FF2B5EF4-FFF2-40B4-BE49-F238E27FC236}">
                <a16:creationId xmlns:a16="http://schemas.microsoft.com/office/drawing/2014/main" id="{D27C5B69-B534-FA06-29C9-5187C0C00AAC}"/>
              </a:ext>
            </a:extLst>
          </p:cNvPr>
          <p:cNvSpPr txBox="1"/>
          <p:nvPr/>
        </p:nvSpPr>
        <p:spPr>
          <a:xfrm>
            <a:off x="9677400" y="60358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4. 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45CD8620-67C4-DB4C-347B-1415C8E95110}"/>
              </a:ext>
            </a:extLst>
          </p:cNvPr>
          <p:cNvSpPr txBox="1"/>
          <p:nvPr/>
        </p:nvSpPr>
        <p:spPr>
          <a:xfrm>
            <a:off x="15481300" y="60231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11p</a:t>
            </a:r>
          </a:p>
        </p:txBody>
      </p:sp>
      <p:sp>
        <p:nvSpPr>
          <p:cNvPr id="60" name="TextBox 17">
            <a:extLst>
              <a:ext uri="{FF2B5EF4-FFF2-40B4-BE49-F238E27FC236}">
                <a16:creationId xmlns:a16="http://schemas.microsoft.com/office/drawing/2014/main" id="{347D53C1-E16D-A3C0-E77B-B5B2F7C4E2D9}"/>
              </a:ext>
            </a:extLst>
          </p:cNvPr>
          <p:cNvSpPr txBox="1"/>
          <p:nvPr/>
        </p:nvSpPr>
        <p:spPr>
          <a:xfrm>
            <a:off x="9969500" y="67216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사이트의 </a:t>
            </a:r>
            <a:r>
              <a:rPr lang="ko-KR" altLang="en-US" sz="1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콘셉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설정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UI,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프로토타입 구성을 설명합니다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62" name="Picture 18">
            <a:extLst>
              <a:ext uri="{FF2B5EF4-FFF2-40B4-BE49-F238E27FC236}">
                <a16:creationId xmlns:a16="http://schemas.microsoft.com/office/drawing/2014/main" id="{D780BA6C-D11A-BC8F-788B-EF63F03E3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77400" y="6569258"/>
            <a:ext cx="6464300" cy="25400"/>
          </a:xfrm>
          <a:prstGeom prst="rect">
            <a:avLst/>
          </a:prstGeom>
        </p:spPr>
      </p:pic>
      <p:sp>
        <p:nvSpPr>
          <p:cNvPr id="64" name="TextBox 19">
            <a:extLst>
              <a:ext uri="{FF2B5EF4-FFF2-40B4-BE49-F238E27FC236}">
                <a16:creationId xmlns:a16="http://schemas.microsoft.com/office/drawing/2014/main" id="{65B2D81E-1AF5-9AE0-40EA-572EF6C33983}"/>
              </a:ext>
            </a:extLst>
          </p:cNvPr>
          <p:cNvSpPr txBox="1"/>
          <p:nvPr/>
        </p:nvSpPr>
        <p:spPr>
          <a:xfrm>
            <a:off x="9677400" y="44610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2. 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주제선정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6" name="TextBox 20">
            <a:extLst>
              <a:ext uri="{FF2B5EF4-FFF2-40B4-BE49-F238E27FC236}">
                <a16:creationId xmlns:a16="http://schemas.microsoft.com/office/drawing/2014/main" id="{02902C6B-18ED-FD36-92B8-27C4F28108FC}"/>
              </a:ext>
            </a:extLst>
          </p:cNvPr>
          <p:cNvSpPr txBox="1"/>
          <p:nvPr/>
        </p:nvSpPr>
        <p:spPr>
          <a:xfrm>
            <a:off x="15481300" y="44483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02p</a:t>
            </a:r>
          </a:p>
        </p:txBody>
      </p:sp>
      <p:sp>
        <p:nvSpPr>
          <p:cNvPr id="68" name="TextBox 21">
            <a:extLst>
              <a:ext uri="{FF2B5EF4-FFF2-40B4-BE49-F238E27FC236}">
                <a16:creationId xmlns:a16="http://schemas.microsoft.com/office/drawing/2014/main" id="{E20AF589-395A-7FEB-7521-82B7F27287D1}"/>
              </a:ext>
            </a:extLst>
          </p:cNvPr>
          <p:cNvSpPr txBox="1"/>
          <p:nvPr/>
        </p:nvSpPr>
        <p:spPr>
          <a:xfrm>
            <a:off x="9969500" y="51468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주제를 선정하게 된 이유와 고려사항 등을 소개합니다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70" name="Picture 22">
            <a:extLst>
              <a:ext uri="{FF2B5EF4-FFF2-40B4-BE49-F238E27FC236}">
                <a16:creationId xmlns:a16="http://schemas.microsoft.com/office/drawing/2014/main" id="{82DE18CA-661A-449D-73D0-BD23EC5A5E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7400" y="4994458"/>
            <a:ext cx="6464300" cy="25400"/>
          </a:xfrm>
          <a:prstGeom prst="rect">
            <a:avLst/>
          </a:prstGeom>
        </p:spPr>
      </p:pic>
      <p:sp>
        <p:nvSpPr>
          <p:cNvPr id="72" name="TextBox 23">
            <a:extLst>
              <a:ext uri="{FF2B5EF4-FFF2-40B4-BE49-F238E27FC236}">
                <a16:creationId xmlns:a16="http://schemas.microsoft.com/office/drawing/2014/main" id="{EBF4BA54-77A7-F889-5708-00782AF4E5C1}"/>
              </a:ext>
            </a:extLst>
          </p:cNvPr>
          <p:cNvSpPr txBox="1"/>
          <p:nvPr/>
        </p:nvSpPr>
        <p:spPr>
          <a:xfrm>
            <a:off x="2247900" y="75725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5. 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실제 구현기능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4" name="TextBox 24">
            <a:extLst>
              <a:ext uri="{FF2B5EF4-FFF2-40B4-BE49-F238E27FC236}">
                <a16:creationId xmlns:a16="http://schemas.microsoft.com/office/drawing/2014/main" id="{144739B2-D8BD-8706-E6A5-C633C13245F0}"/>
              </a:ext>
            </a:extLst>
          </p:cNvPr>
          <p:cNvSpPr txBox="1"/>
          <p:nvPr/>
        </p:nvSpPr>
        <p:spPr>
          <a:xfrm>
            <a:off x="8051800" y="75598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18p</a:t>
            </a:r>
          </a:p>
        </p:txBody>
      </p:sp>
      <p:sp>
        <p:nvSpPr>
          <p:cNvPr id="76" name="TextBox 25">
            <a:extLst>
              <a:ext uri="{FF2B5EF4-FFF2-40B4-BE49-F238E27FC236}">
                <a16:creationId xmlns:a16="http://schemas.microsoft.com/office/drawing/2014/main" id="{1ACDA06D-D009-CD6C-7CDE-D0B110977A0F}"/>
              </a:ext>
            </a:extLst>
          </p:cNvPr>
          <p:cNvSpPr txBox="1"/>
          <p:nvPr/>
        </p:nvSpPr>
        <p:spPr>
          <a:xfrm>
            <a:off x="2552700" y="82583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상품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결제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후기 페이지의 기능 구현을 정리합니다</a:t>
            </a:r>
            <a:r>
              <a:rPr lang="en-US" altLang="ko-KR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78" name="Picture 26">
            <a:extLst>
              <a:ext uri="{FF2B5EF4-FFF2-40B4-BE49-F238E27FC236}">
                <a16:creationId xmlns:a16="http://schemas.microsoft.com/office/drawing/2014/main" id="{3ED44A05-E9F6-F84B-F9EC-B2D627104D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47900" y="8105958"/>
            <a:ext cx="6464300" cy="25400"/>
          </a:xfrm>
          <a:prstGeom prst="rect">
            <a:avLst/>
          </a:prstGeom>
        </p:spPr>
      </p:pic>
      <p:sp>
        <p:nvSpPr>
          <p:cNvPr id="80" name="TextBox 27">
            <a:extLst>
              <a:ext uri="{FF2B5EF4-FFF2-40B4-BE49-F238E27FC236}">
                <a16:creationId xmlns:a16="http://schemas.microsoft.com/office/drawing/2014/main" id="{78764FDE-A507-2366-3014-AC70E0E5AAB4}"/>
              </a:ext>
            </a:extLst>
          </p:cNvPr>
          <p:cNvSpPr txBox="1"/>
          <p:nvPr/>
        </p:nvSpPr>
        <p:spPr>
          <a:xfrm>
            <a:off x="9677400" y="7572558"/>
            <a:ext cx="417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6. </a:t>
            </a:r>
            <a:r>
              <a:rPr lang="ko-KR" altLang="en-US" sz="2455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평가 및 후기</a:t>
            </a:r>
            <a:endParaRPr lang="en-US" sz="2455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82" name="TextBox 28">
            <a:extLst>
              <a:ext uri="{FF2B5EF4-FFF2-40B4-BE49-F238E27FC236}">
                <a16:creationId xmlns:a16="http://schemas.microsoft.com/office/drawing/2014/main" id="{9B91A0E9-DFD3-D62F-2921-B504BEDA2DB0}"/>
              </a:ext>
            </a:extLst>
          </p:cNvPr>
          <p:cNvSpPr txBox="1"/>
          <p:nvPr/>
        </p:nvSpPr>
        <p:spPr>
          <a:xfrm>
            <a:off x="15481300" y="7559858"/>
            <a:ext cx="7874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55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27p</a:t>
            </a:r>
          </a:p>
        </p:txBody>
      </p:sp>
      <p:sp>
        <p:nvSpPr>
          <p:cNvPr id="84" name="TextBox 29">
            <a:extLst>
              <a:ext uri="{FF2B5EF4-FFF2-40B4-BE49-F238E27FC236}">
                <a16:creationId xmlns:a16="http://schemas.microsoft.com/office/drawing/2014/main" id="{5B8A211C-0441-9DC4-693B-7403F30A4C4A}"/>
              </a:ext>
            </a:extLst>
          </p:cNvPr>
          <p:cNvSpPr txBox="1"/>
          <p:nvPr/>
        </p:nvSpPr>
        <p:spPr>
          <a:xfrm>
            <a:off x="9969500" y="8258358"/>
            <a:ext cx="60960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Play wright </a:t>
            </a:r>
            <a:r>
              <a:rPr lang="ko-KR" alt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평가와 프로젝트 후 소감</a:t>
            </a:r>
            <a:r>
              <a:rPr lang="ko-KR" altLang="en-US" sz="1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및 개선점에 대한 내용이 담겨있습니다</a:t>
            </a:r>
            <a:r>
              <a:rPr lang="en-US" sz="1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pic>
        <p:nvPicPr>
          <p:cNvPr id="86" name="Picture 30">
            <a:extLst>
              <a:ext uri="{FF2B5EF4-FFF2-40B4-BE49-F238E27FC236}">
                <a16:creationId xmlns:a16="http://schemas.microsoft.com/office/drawing/2014/main" id="{B6FDC774-D607-6B18-B425-CCED9E912D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77400" y="8105958"/>
            <a:ext cx="6464300" cy="25400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47E15F9-D4D4-90A5-FF45-69CBA06D3EB9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01/27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4C49E-4D41-DB0C-6F03-FEC95104C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>
            <a:extLst>
              <a:ext uri="{FF2B5EF4-FFF2-40B4-BE49-F238E27FC236}">
                <a16:creationId xmlns:a16="http://schemas.microsoft.com/office/drawing/2014/main" id="{82105DA3-6E22-E6FA-237E-7847CE0C060F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31831" y="3210560"/>
            <a:ext cx="3838700" cy="4058920"/>
          </a:xfrm>
          <a:prstGeom prst="rect">
            <a:avLst/>
          </a:prstGeom>
        </p:spPr>
      </p:pic>
      <p:pic>
        <p:nvPicPr>
          <p:cNvPr id="19" name="Picture 6">
            <a:extLst>
              <a:ext uri="{FF2B5EF4-FFF2-40B4-BE49-F238E27FC236}">
                <a16:creationId xmlns:a16="http://schemas.microsoft.com/office/drawing/2014/main" id="{587E17FD-94D2-0C82-AFCE-002CA8B3F175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9130" y="3210561"/>
            <a:ext cx="3838700" cy="4058920"/>
          </a:xfrm>
          <a:prstGeom prst="rect">
            <a:avLst/>
          </a:prstGeom>
        </p:spPr>
      </p:pic>
      <p:pic>
        <p:nvPicPr>
          <p:cNvPr id="18" name="Picture 6">
            <a:extLst>
              <a:ext uri="{FF2B5EF4-FFF2-40B4-BE49-F238E27FC236}">
                <a16:creationId xmlns:a16="http://schemas.microsoft.com/office/drawing/2014/main" id="{3D1A6BC7-661A-E6BF-01D7-A6D897688CCB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301" y="3210560"/>
            <a:ext cx="3838700" cy="4058920"/>
          </a:xfrm>
          <a:prstGeom prst="rect">
            <a:avLst/>
          </a:prstGeom>
        </p:spPr>
      </p:pic>
      <p:pic>
        <p:nvPicPr>
          <p:cNvPr id="33" name="Picture 6">
            <a:extLst>
              <a:ext uri="{FF2B5EF4-FFF2-40B4-BE49-F238E27FC236}">
                <a16:creationId xmlns:a16="http://schemas.microsoft.com/office/drawing/2014/main" id="{DFD21602-3A14-4CB2-D58A-7497462ED078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3210560"/>
            <a:ext cx="3838700" cy="405892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2A4AD90D-B45A-61D8-4078-627BDFCDE32B}"/>
              </a:ext>
            </a:extLst>
          </p:cNvPr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주제선정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B4C094-4AE7-3770-EF6E-C76A98A9D0B7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all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2FEC1B6-C719-E6A5-1A00-8F430734B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pic>
        <p:nvPicPr>
          <p:cNvPr id="48" name="Picture 4">
            <a:extLst>
              <a:ext uri="{FF2B5EF4-FFF2-40B4-BE49-F238E27FC236}">
                <a16:creationId xmlns:a16="http://schemas.microsoft.com/office/drawing/2014/main" id="{156DC6EA-4A31-C031-9E2D-FB47DEBF2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0" name="Picture 5">
            <a:extLst>
              <a:ext uri="{FF2B5EF4-FFF2-40B4-BE49-F238E27FC236}">
                <a16:creationId xmlns:a16="http://schemas.microsoft.com/office/drawing/2014/main" id="{28D7239D-6A23-9717-2DB5-1BFE1B2C74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D9259147-4B45-BDFA-EADA-4B681ADBE050}"/>
              </a:ext>
            </a:extLst>
          </p:cNvPr>
          <p:cNvSpPr txBox="1"/>
          <p:nvPr/>
        </p:nvSpPr>
        <p:spPr>
          <a:xfrm>
            <a:off x="1330519" y="3809312"/>
            <a:ext cx="2541851" cy="73406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자리 맡아주기 사이트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맛집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웨이팅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대신해주기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티켓 대신 구해주기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37EC03A-5BB6-E776-E165-4B009936CC44}"/>
              </a:ext>
            </a:extLst>
          </p:cNvPr>
          <p:cNvGrpSpPr/>
          <p:nvPr/>
        </p:nvGrpSpPr>
        <p:grpSpPr>
          <a:xfrm>
            <a:off x="1907886" y="2796232"/>
            <a:ext cx="1602740" cy="749300"/>
            <a:chOff x="2706760" y="2676442"/>
            <a:chExt cx="1602740" cy="749300"/>
          </a:xfrm>
        </p:grpSpPr>
        <p:pic>
          <p:nvPicPr>
            <p:cNvPr id="52" name="Picture 26">
              <a:extLst>
                <a:ext uri="{FF2B5EF4-FFF2-40B4-BE49-F238E27FC236}">
                  <a16:creationId xmlns:a16="http://schemas.microsoft.com/office/drawing/2014/main" id="{B122C355-5D8E-F3E0-9E6C-37BCB26242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06760" y="2676442"/>
              <a:ext cx="1602740" cy="749300"/>
            </a:xfrm>
            <a:prstGeom prst="rect">
              <a:avLst/>
            </a:prstGeom>
          </p:spPr>
        </p:pic>
        <p:sp>
          <p:nvSpPr>
            <p:cNvPr id="54" name="TextBox 27">
              <a:extLst>
                <a:ext uri="{FF2B5EF4-FFF2-40B4-BE49-F238E27FC236}">
                  <a16:creationId xmlns:a16="http://schemas.microsoft.com/office/drawing/2014/main" id="{8B964B1D-F4AA-F748-1A36-A51D146C5BF6}"/>
                </a:ext>
              </a:extLst>
            </p:cNvPr>
            <p:cNvSpPr txBox="1"/>
            <p:nvPr/>
          </p:nvSpPr>
          <p:spPr>
            <a:xfrm>
              <a:off x="2706760" y="2836622"/>
              <a:ext cx="1602740" cy="42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7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권일구</a:t>
              </a:r>
              <a:endParaRPr kumimoji="0" lang="ko-KR" altLang="en-US" sz="2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55" name="TextBox 22">
            <a:extLst>
              <a:ext uri="{FF2B5EF4-FFF2-40B4-BE49-F238E27FC236}">
                <a16:creationId xmlns:a16="http://schemas.microsoft.com/office/drawing/2014/main" id="{6B9D28DF-9A1C-1EBE-5633-6079E0B4ACAE}"/>
              </a:ext>
            </a:extLst>
          </p:cNvPr>
          <p:cNvSpPr txBox="1"/>
          <p:nvPr/>
        </p:nvSpPr>
        <p:spPr>
          <a:xfrm>
            <a:off x="1338208" y="4902298"/>
            <a:ext cx="2711496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펫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사이트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산책해주기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호텔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병원 등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Box 22">
            <a:extLst>
              <a:ext uri="{FF2B5EF4-FFF2-40B4-BE49-F238E27FC236}">
                <a16:creationId xmlns:a16="http://schemas.microsoft.com/office/drawing/2014/main" id="{500B375B-5E79-AC1C-2E24-792C154E69B2}"/>
              </a:ext>
            </a:extLst>
          </p:cNvPr>
          <p:cNvSpPr txBox="1"/>
          <p:nvPr/>
        </p:nvSpPr>
        <p:spPr>
          <a:xfrm>
            <a:off x="1330519" y="5798756"/>
            <a:ext cx="2711496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집밥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배달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배민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마트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같은 거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반찬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Box 22">
            <a:extLst>
              <a:ext uri="{FF2B5EF4-FFF2-40B4-BE49-F238E27FC236}">
                <a16:creationId xmlns:a16="http://schemas.microsoft.com/office/drawing/2014/main" id="{19AEBF63-C37A-7124-6CD8-A72B8BBC682B}"/>
              </a:ext>
            </a:extLst>
          </p:cNvPr>
          <p:cNvSpPr txBox="1"/>
          <p:nvPr/>
        </p:nvSpPr>
        <p:spPr>
          <a:xfrm>
            <a:off x="5570430" y="3875512"/>
            <a:ext cx="3016857" cy="77978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중고 책 거래 사이트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-이전에 사용해본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API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활용가능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0FDE07E-D2B1-ACF3-6C37-DF243F29C237}"/>
              </a:ext>
            </a:extLst>
          </p:cNvPr>
          <p:cNvGrpSpPr/>
          <p:nvPr/>
        </p:nvGrpSpPr>
        <p:grpSpPr>
          <a:xfrm>
            <a:off x="6204281" y="2794068"/>
            <a:ext cx="1602740" cy="749300"/>
            <a:chOff x="2706760" y="4311692"/>
            <a:chExt cx="1602740" cy="749300"/>
          </a:xfrm>
        </p:grpSpPr>
        <p:pic>
          <p:nvPicPr>
            <p:cNvPr id="97" name="Picture 26">
              <a:extLst>
                <a:ext uri="{FF2B5EF4-FFF2-40B4-BE49-F238E27FC236}">
                  <a16:creationId xmlns:a16="http://schemas.microsoft.com/office/drawing/2014/main" id="{D832DCEF-C8DB-6875-FA3C-7CBD2FCF00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06760" y="4311692"/>
              <a:ext cx="1602740" cy="749300"/>
            </a:xfrm>
            <a:prstGeom prst="rect">
              <a:avLst/>
            </a:prstGeom>
          </p:spPr>
        </p:pic>
        <p:sp>
          <p:nvSpPr>
            <p:cNvPr id="98" name="TextBox 27">
              <a:extLst>
                <a:ext uri="{FF2B5EF4-FFF2-40B4-BE49-F238E27FC236}">
                  <a16:creationId xmlns:a16="http://schemas.microsoft.com/office/drawing/2014/main" id="{FE2A26BC-0337-9CB6-28DF-27DA6EEF16AF}"/>
                </a:ext>
              </a:extLst>
            </p:cNvPr>
            <p:cNvSpPr txBox="1"/>
            <p:nvPr/>
          </p:nvSpPr>
          <p:spPr>
            <a:xfrm>
              <a:off x="2706760" y="4471872"/>
              <a:ext cx="1602740" cy="42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75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주홍돈</a:t>
              </a:r>
              <a:endParaRPr kumimoji="0" lang="ko-KR" altLang="en-US" sz="27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99" name="TextBox 22">
            <a:extLst>
              <a:ext uri="{FF2B5EF4-FFF2-40B4-BE49-F238E27FC236}">
                <a16:creationId xmlns:a16="http://schemas.microsoft.com/office/drawing/2014/main" id="{6A3FAC1D-7A67-CD8A-AEBC-02EFBF5B21A3}"/>
              </a:ext>
            </a:extLst>
          </p:cNvPr>
          <p:cNvSpPr txBox="1"/>
          <p:nvPr/>
        </p:nvSpPr>
        <p:spPr>
          <a:xfrm>
            <a:off x="5570430" y="4887058"/>
            <a:ext cx="3016857" cy="2178694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디지털 콘텐츠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프롬프트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학습 노트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/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템플릿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)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마켓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 유용한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프롬프트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개발 정리 노트 혹은 템플릿 등을 사고파는 가상 쇼핑몰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TextBox 22">
            <a:extLst>
              <a:ext uri="{FF2B5EF4-FFF2-40B4-BE49-F238E27FC236}">
                <a16:creationId xmlns:a16="http://schemas.microsoft.com/office/drawing/2014/main" id="{54DA5EE3-0B58-58C5-5988-14F2163CF3DE}"/>
              </a:ext>
            </a:extLst>
          </p:cNvPr>
          <p:cNvSpPr txBox="1"/>
          <p:nvPr/>
        </p:nvSpPr>
        <p:spPr>
          <a:xfrm>
            <a:off x="9876805" y="3858474"/>
            <a:ext cx="301685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자동차 관련 사이트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-구매정보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카풀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렌트 정보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쏘카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카닥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+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자동차 보험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E8916E3-7131-EF5F-19AF-7C6A0C8542A4}"/>
              </a:ext>
            </a:extLst>
          </p:cNvPr>
          <p:cNvGrpSpPr/>
          <p:nvPr/>
        </p:nvGrpSpPr>
        <p:grpSpPr>
          <a:xfrm>
            <a:off x="10637219" y="2794068"/>
            <a:ext cx="1602740" cy="749300"/>
            <a:chOff x="2706760" y="5890824"/>
            <a:chExt cx="1602740" cy="749300"/>
          </a:xfrm>
        </p:grpSpPr>
        <p:pic>
          <p:nvPicPr>
            <p:cNvPr id="104" name="Picture 26">
              <a:extLst>
                <a:ext uri="{FF2B5EF4-FFF2-40B4-BE49-F238E27FC236}">
                  <a16:creationId xmlns:a16="http://schemas.microsoft.com/office/drawing/2014/main" id="{35EC8661-6CEF-FEEC-C2AD-61FA2FDD58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06760" y="5890824"/>
              <a:ext cx="1602740" cy="749300"/>
            </a:xfrm>
            <a:prstGeom prst="rect">
              <a:avLst/>
            </a:prstGeom>
          </p:spPr>
        </p:pic>
        <p:sp>
          <p:nvSpPr>
            <p:cNvPr id="105" name="TextBox 27">
              <a:extLst>
                <a:ext uri="{FF2B5EF4-FFF2-40B4-BE49-F238E27FC236}">
                  <a16:creationId xmlns:a16="http://schemas.microsoft.com/office/drawing/2014/main" id="{AEF207C1-9CDB-9667-170E-F607A0ECB735}"/>
                </a:ext>
              </a:extLst>
            </p:cNvPr>
            <p:cNvSpPr txBox="1"/>
            <p:nvPr/>
          </p:nvSpPr>
          <p:spPr>
            <a:xfrm>
              <a:off x="2706760" y="6051004"/>
              <a:ext cx="1602740" cy="42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7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박효주</a:t>
              </a:r>
            </a:p>
          </p:txBody>
        </p:sp>
      </p:grpSp>
      <p:sp>
        <p:nvSpPr>
          <p:cNvPr id="109" name="TextBox 22">
            <a:extLst>
              <a:ext uri="{FF2B5EF4-FFF2-40B4-BE49-F238E27FC236}">
                <a16:creationId xmlns:a16="http://schemas.microsoft.com/office/drawing/2014/main" id="{B4345CDC-ADA4-229D-0209-6475CBC225F7}"/>
              </a:ext>
            </a:extLst>
          </p:cNvPr>
          <p:cNvSpPr txBox="1"/>
          <p:nvPr/>
        </p:nvSpPr>
        <p:spPr>
          <a:xfrm>
            <a:off x="14280255" y="3873714"/>
            <a:ext cx="2541851" cy="73406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붕어빵가게 위치 알려주기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 사이트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CD890C1-7938-0C69-83F7-574E97FA5681}"/>
              </a:ext>
            </a:extLst>
          </p:cNvPr>
          <p:cNvGrpSpPr/>
          <p:nvPr/>
        </p:nvGrpSpPr>
        <p:grpSpPr>
          <a:xfrm>
            <a:off x="14770985" y="2790846"/>
            <a:ext cx="1602740" cy="749300"/>
            <a:chOff x="2706760" y="7495480"/>
            <a:chExt cx="1602740" cy="749300"/>
          </a:xfrm>
        </p:grpSpPr>
        <p:pic>
          <p:nvPicPr>
            <p:cNvPr id="111" name="Picture 26">
              <a:extLst>
                <a:ext uri="{FF2B5EF4-FFF2-40B4-BE49-F238E27FC236}">
                  <a16:creationId xmlns:a16="http://schemas.microsoft.com/office/drawing/2014/main" id="{AC636ACB-E696-7BF6-CD9A-8566D952DC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06760" y="7495480"/>
              <a:ext cx="1602740" cy="749300"/>
            </a:xfrm>
            <a:prstGeom prst="rect">
              <a:avLst/>
            </a:prstGeom>
          </p:spPr>
        </p:pic>
        <p:sp>
          <p:nvSpPr>
            <p:cNvPr id="112" name="TextBox 27">
              <a:extLst>
                <a:ext uri="{FF2B5EF4-FFF2-40B4-BE49-F238E27FC236}">
                  <a16:creationId xmlns:a16="http://schemas.microsoft.com/office/drawing/2014/main" id="{E892FC7F-1BAB-8249-D1E6-32B14A6CA0DD}"/>
                </a:ext>
              </a:extLst>
            </p:cNvPr>
            <p:cNvSpPr txBox="1"/>
            <p:nvPr/>
          </p:nvSpPr>
          <p:spPr>
            <a:xfrm>
              <a:off x="2706760" y="7655660"/>
              <a:ext cx="1602740" cy="429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7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최효선</a:t>
              </a:r>
            </a:p>
          </p:txBody>
        </p:sp>
      </p:grpSp>
      <p:sp>
        <p:nvSpPr>
          <p:cNvPr id="114" name="TextBox 22">
            <a:extLst>
              <a:ext uri="{FF2B5EF4-FFF2-40B4-BE49-F238E27FC236}">
                <a16:creationId xmlns:a16="http://schemas.microsoft.com/office/drawing/2014/main" id="{EB514144-A9CD-9C5C-457E-090CDE5AE5EF}"/>
              </a:ext>
            </a:extLst>
          </p:cNvPr>
          <p:cNvSpPr txBox="1"/>
          <p:nvPr/>
        </p:nvSpPr>
        <p:spPr>
          <a:xfrm>
            <a:off x="14294689" y="5981022"/>
            <a:ext cx="2711496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병원할인 이벤트사이트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18" name="TextBox 22">
            <a:extLst>
              <a:ext uri="{FF2B5EF4-FFF2-40B4-BE49-F238E27FC236}">
                <a16:creationId xmlns:a16="http://schemas.microsoft.com/office/drawing/2014/main" id="{2DD142FB-AB97-09F7-B994-E2CBAAE90A33}"/>
              </a:ext>
            </a:extLst>
          </p:cNvPr>
          <p:cNvSpPr txBox="1"/>
          <p:nvPr/>
        </p:nvSpPr>
        <p:spPr>
          <a:xfrm>
            <a:off x="9876806" y="4998507"/>
            <a:ext cx="3016857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여행 스케쥴 추천 사이트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트립닷컴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트립지니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트리플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9" name="TextBox 22">
            <a:extLst>
              <a:ext uri="{FF2B5EF4-FFF2-40B4-BE49-F238E27FC236}">
                <a16:creationId xmlns:a16="http://schemas.microsoft.com/office/drawing/2014/main" id="{5C668B09-9066-C8C9-439D-FF5F36955FFC}"/>
              </a:ext>
            </a:extLst>
          </p:cNvPr>
          <p:cNvSpPr txBox="1"/>
          <p:nvPr/>
        </p:nvSpPr>
        <p:spPr>
          <a:xfrm>
            <a:off x="9876806" y="5976405"/>
            <a:ext cx="3322764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게임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추천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&amp;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리뷰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및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정보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사이트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DD30CA9-C6CE-A2AC-05ED-2438D8DBEDC9}"/>
              </a:ext>
            </a:extLst>
          </p:cNvPr>
          <p:cNvGrpSpPr/>
          <p:nvPr/>
        </p:nvGrpSpPr>
        <p:grpSpPr>
          <a:xfrm>
            <a:off x="14232836" y="4726004"/>
            <a:ext cx="2835201" cy="901700"/>
            <a:chOff x="8078461" y="7335620"/>
            <a:chExt cx="2835201" cy="901700"/>
          </a:xfrm>
        </p:grpSpPr>
        <p:sp>
          <p:nvSpPr>
            <p:cNvPr id="113" name="TextBox 22">
              <a:extLst>
                <a:ext uri="{FF2B5EF4-FFF2-40B4-BE49-F238E27FC236}">
                  <a16:creationId xmlns:a16="http://schemas.microsoft.com/office/drawing/2014/main" id="{D628D65B-4339-B315-D316-926DF616FA52}"/>
                </a:ext>
              </a:extLst>
            </p:cNvPr>
            <p:cNvSpPr txBox="1"/>
            <p:nvPr/>
          </p:nvSpPr>
          <p:spPr>
            <a:xfrm>
              <a:off x="8202166" y="7488020"/>
              <a:ext cx="2711496" cy="749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외국인에게 한국관광명소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 지역별 알려주기 사이트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174" name="사각형: 둥근 모서리 173">
              <a:extLst>
                <a:ext uri="{FF2B5EF4-FFF2-40B4-BE49-F238E27FC236}">
                  <a16:creationId xmlns:a16="http://schemas.microsoft.com/office/drawing/2014/main" id="{CE813C86-C565-261D-2271-0D90DAA48A35}"/>
                </a:ext>
              </a:extLst>
            </p:cNvPr>
            <p:cNvSpPr/>
            <p:nvPr/>
          </p:nvSpPr>
          <p:spPr>
            <a:xfrm>
              <a:off x="8078461" y="7335620"/>
              <a:ext cx="2711496" cy="85588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6" name="TextBox 11">
            <a:extLst>
              <a:ext uri="{FF2B5EF4-FFF2-40B4-BE49-F238E27FC236}">
                <a16:creationId xmlns:a16="http://schemas.microsoft.com/office/drawing/2014/main" id="{86A32F8E-2439-21C6-A61F-76F1AC2D8576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02/27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0D68EFA-4775-64E0-4270-70CA7F5BE592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16" name="Picture 7">
              <a:extLst>
                <a:ext uri="{FF2B5EF4-FFF2-40B4-BE49-F238E27FC236}">
                  <a16:creationId xmlns:a16="http://schemas.microsoft.com/office/drawing/2014/main" id="{67AF8E8D-3813-C36C-E62B-0FDAA0D239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2C148367-A6DE-E4F4-4D55-05F15816A21E}"/>
                </a:ext>
              </a:extLst>
            </p:cNvPr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Pretendard Regular"/>
                  <a:ea typeface="Pretendard Regular"/>
                  <a:cs typeface="+mn-cs"/>
                </a:rPr>
                <a:t>Idea List</a:t>
              </a:r>
            </a:p>
          </p:txBody>
        </p:sp>
      </p:grpSp>
      <p:sp>
        <p:nvSpPr>
          <p:cNvPr id="25" name="TextBox 8">
            <a:extLst>
              <a:ext uri="{FF2B5EF4-FFF2-40B4-BE49-F238E27FC236}">
                <a16:creationId xmlns:a16="http://schemas.microsoft.com/office/drawing/2014/main" id="{35F0B7FD-71EC-B1F4-DFAF-0ECDB14442FC}"/>
              </a:ext>
            </a:extLst>
          </p:cNvPr>
          <p:cNvSpPr txBox="1"/>
          <p:nvPr/>
        </p:nvSpPr>
        <p:spPr>
          <a:xfrm>
            <a:off x="2628900" y="7680024"/>
            <a:ext cx="130302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457200" lvl="0" indent="-457200" algn="ctr">
              <a:lnSpc>
                <a:spcPct val="118689"/>
              </a:lnSpc>
              <a:buFont typeface="Symbol" panose="05050102010706020507" pitchFamily="18" charset="2"/>
              <a:buChar char="Þ"/>
            </a:pP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이후 개발 과정에서 내</a:t>
            </a:r>
            <a:r>
              <a:rPr lang="en-US" altLang="ko-KR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외국인 모두를 대상으로 한</a:t>
            </a:r>
            <a:endParaRPr lang="en-US" altLang="ko-KR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8689"/>
              </a:lnSpc>
            </a:pP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여행 패키지 예약 플랫폼으로 결정</a:t>
            </a:r>
            <a:endParaRPr lang="en-US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570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93800" y="431800"/>
            <a:ext cx="4368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ko-KR" altLang="en-US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lang="en-US" altLang="ko-KR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</a:t>
            </a:r>
            <a:r>
              <a:rPr lang="ko-KR" altLang="en-US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페르소나를 통한 기능 도출</a:t>
            </a:r>
            <a:endParaRPr lang="en-US" sz="1908" b="0" i="0" u="none" strike="noStrike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2324100"/>
            <a:ext cx="16700500" cy="671830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B31A541C-982A-C769-0745-D09299C2DB8E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500">
                  <a:solidFill>
                    <a:srgbClr val="FFFFFF"/>
                  </a:solidFill>
                  <a:latin typeface="Pretendard Regular"/>
                  <a:ea typeface="Pretendard Regular"/>
                </a:rPr>
                <a:t>Persona</a:t>
              </a:r>
            </a:p>
          </p:txBody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540000" y="6685280"/>
            <a:ext cx="2462530" cy="6045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3000" dirty="0">
                <a:solidFill>
                  <a:srgbClr val="0E6D62"/>
                </a:solidFill>
                <a:latin typeface="Pretendard SemiBold"/>
                <a:ea typeface="Pretendard SemiBold"/>
                <a:cs typeface="Pretendard" panose="02000503000000020004" pitchFamily="2" charset="-127"/>
              </a:rPr>
              <a:t>국내만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854200" y="7200900"/>
            <a:ext cx="3149600" cy="9652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38960" y="6619240"/>
            <a:ext cx="520700" cy="520700"/>
          </a:xfrm>
          <a:prstGeom prst="rect">
            <a:avLst/>
          </a:prstGeom>
        </p:spPr>
      </p:pic>
      <p:pic>
        <p:nvPicPr>
          <p:cNvPr id="24" name="그림 23" descr="인간의 얼굴, 사람, 의류, 패션 액세서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C072D6-16AC-108E-9DA3-31A7AF7ADE9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5470" y="2674620"/>
            <a:ext cx="3147060" cy="3672840"/>
          </a:xfrm>
          <a:prstGeom prst="rect">
            <a:avLst/>
          </a:prstGeom>
        </p:spPr>
      </p:pic>
      <p:pic>
        <p:nvPicPr>
          <p:cNvPr id="30" name="Picture 27">
            <a:extLst>
              <a:ext uri="{FF2B5EF4-FFF2-40B4-BE49-F238E27FC236}">
                <a16:creationId xmlns:a16="http://schemas.microsoft.com/office/drawing/2014/main" id="{4C4BD834-037F-5EE2-17D0-403E2BE2CE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50720" y="6738620"/>
            <a:ext cx="292100" cy="254000"/>
          </a:xfrm>
          <a:prstGeom prst="rect">
            <a:avLst/>
          </a:prstGeom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0FACE11F-6B89-A62A-6D5A-D96FEE49D864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0220" y="6474460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668D5DFF-EC83-CEC9-2AD7-A53E39F48491}"/>
              </a:ext>
            </a:extLst>
          </p:cNvPr>
          <p:cNvSpPr txBox="1"/>
          <p:nvPr/>
        </p:nvSpPr>
        <p:spPr>
          <a:xfrm>
            <a:off x="1953259" y="7459032"/>
            <a:ext cx="3136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buFont typeface="Arial"/>
              <a:buChar char="•"/>
            </a:pP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직업 : 대학생</a:t>
            </a:r>
            <a:endParaRPr lang="ko-KR" sz="2000" dirty="0">
              <a:solidFill>
                <a:srgbClr val="0E6D62"/>
              </a:solidFill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>
              <a:buFont typeface="Arial"/>
              <a:buChar char="•"/>
            </a:pP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나이 : 21살</a:t>
            </a:r>
          </a:p>
          <a:p>
            <a:pPr>
              <a:buFont typeface="Arial"/>
              <a:buChar char="•"/>
            </a:pP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가족관계 : 부모님, 누나</a:t>
            </a:r>
          </a:p>
          <a:p>
            <a:pPr>
              <a:buFont typeface="Arial"/>
              <a:buChar char="•"/>
            </a:pP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주소 : 경기도 수원시</a:t>
            </a:r>
          </a:p>
        </p:txBody>
      </p:sp>
      <p:pic>
        <p:nvPicPr>
          <p:cNvPr id="40" name="Picture 14">
            <a:extLst>
              <a:ext uri="{FF2B5EF4-FFF2-40B4-BE49-F238E27FC236}">
                <a16:creationId xmlns:a16="http://schemas.microsoft.com/office/drawing/2014/main" id="{EBE87C73-66ED-A3FD-42EF-22527D71D8DE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40220" y="4020819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43" name="TextBox 2">
            <a:extLst>
              <a:ext uri="{FF2B5EF4-FFF2-40B4-BE49-F238E27FC236}">
                <a16:creationId xmlns:a16="http://schemas.microsoft.com/office/drawing/2014/main" id="{7814A366-233F-536B-2480-909849ADE177}"/>
              </a:ext>
            </a:extLst>
          </p:cNvPr>
          <p:cNvSpPr txBox="1"/>
          <p:nvPr/>
        </p:nvSpPr>
        <p:spPr>
          <a:xfrm>
            <a:off x="6847778" y="2665823"/>
            <a:ext cx="9650823" cy="1160471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3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"</a:t>
            </a:r>
            <a:r>
              <a:rPr lang="ko-KR" altLang="en-US" sz="3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계획 짜기 귀찮은데</a:t>
            </a:r>
            <a:r>
              <a:rPr lang="en-US" altLang="ko-KR" sz="3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</a:t>
            </a:r>
            <a:r>
              <a:rPr lang="ko-KR" altLang="en-US" sz="36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알아서 다 해주세요."</a:t>
            </a:r>
            <a:endParaRPr lang="en-US" altLang="ko-KR" sz="36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1EED7E8-40B3-7394-CC50-762A076C7B11}"/>
              </a:ext>
            </a:extLst>
          </p:cNvPr>
          <p:cNvGrpSpPr/>
          <p:nvPr/>
        </p:nvGrpSpPr>
        <p:grpSpPr>
          <a:xfrm>
            <a:off x="7095490" y="4341435"/>
            <a:ext cx="9144000" cy="1403542"/>
            <a:chOff x="7095490" y="4341435"/>
            <a:chExt cx="9144000" cy="1403542"/>
          </a:xfrm>
        </p:grpSpPr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33694AB9-078A-7703-3EF8-27102618A963}"/>
                </a:ext>
              </a:extLst>
            </p:cNvPr>
            <p:cNvSpPr txBox="1"/>
            <p:nvPr/>
          </p:nvSpPr>
          <p:spPr>
            <a:xfrm>
              <a:off x="7382479" y="4904811"/>
              <a:ext cx="8840788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알바비와 용돈으로 생활하기에 돈이 늘 부족합니다</a:t>
              </a:r>
              <a:r>
                <a:rPr 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계획 짜는 데</a:t>
              </a:r>
              <a:r>
                <a:rPr lang="ko-KR" altLang="en-US" sz="2200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시간과 에너지를 낭비하는 것을 싫어하며</a:t>
              </a:r>
              <a:r>
                <a:rPr 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최저가 비교와 동선 최적화를 해주는 플랫폼을 선호합니다</a:t>
              </a:r>
              <a:r>
                <a:rPr 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lang="ko-KR" altLang="en-US" sz="2200" dirty="0">
                <a:latin typeface="Pretendard Regular"/>
                <a:ea typeface="Pretendard Regular"/>
                <a:cs typeface="Pretendard Black" panose="02000A03000000020004" pitchFamily="2" charset="-127"/>
              </a:endParaRPr>
            </a:p>
            <a:p>
              <a:pPr marL="285750" indent="-285750">
                <a:buFont typeface="Arial"/>
                <a:buChar char="•"/>
              </a:pPr>
              <a:endParaRPr lang="ko-KR" altLang="en-US" sz="2200" dirty="0">
                <a:latin typeface="Pretendard Regular"/>
                <a:ea typeface="Pretendard Regular"/>
              </a:endParaRPr>
            </a:p>
            <a:p>
              <a:pPr>
                <a:lnSpc>
                  <a:spcPct val="116199"/>
                </a:lnSpc>
              </a:pPr>
              <a:endParaRPr lang="ko-KR" sz="2200" dirty="0">
                <a:solidFill>
                  <a:srgbClr val="0E6D62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CCE53AF-3239-4A12-F9B3-830345896E12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solidFill>
                    <a:srgbClr val="0E6D6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가성비와 효율의 </a:t>
              </a:r>
              <a:r>
                <a:rPr lang="ko-KR" altLang="en-US" sz="2400" b="1" dirty="0" err="1">
                  <a:solidFill>
                    <a:srgbClr val="0E6D6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끝판왕</a:t>
              </a:r>
              <a:r>
                <a:rPr lang="ko-KR" altLang="ko-KR" sz="2400" dirty="0">
                  <a:solidFill>
                    <a:srgbClr val="0E6D6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</a:t>
              </a:r>
              <a:endParaRPr lang="ko-KR" altLang="en-US" sz="24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FB1B940-8051-62BF-FDE0-A4658C7C8E08}"/>
              </a:ext>
            </a:extLst>
          </p:cNvPr>
          <p:cNvGrpSpPr/>
          <p:nvPr/>
        </p:nvGrpSpPr>
        <p:grpSpPr>
          <a:xfrm>
            <a:off x="7143099" y="6820247"/>
            <a:ext cx="9481201" cy="1395038"/>
            <a:chOff x="7095490" y="4341435"/>
            <a:chExt cx="9481201" cy="13950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521C057-B7A4-8F9A-6329-DDA0513EBD3D}"/>
                </a:ext>
              </a:extLst>
            </p:cNvPr>
            <p:cNvSpPr txBox="1"/>
            <p:nvPr/>
          </p:nvSpPr>
          <p:spPr>
            <a:xfrm>
              <a:off x="7334870" y="4896307"/>
              <a:ext cx="9241821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ct val="116199"/>
                </a:lnSpc>
              </a:pP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동선 짜고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기차표 예매하고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맛집 </a:t>
              </a:r>
              <a:r>
                <a:rPr lang="ko-KR" altLang="en-US" sz="2200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웨이팅하는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게 귀찮습니다</a:t>
              </a:r>
              <a:r>
                <a:rPr lang="ko-KR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lang="ko-KR" altLang="en-US" sz="2200" dirty="0">
                <a:solidFill>
                  <a:srgbClr val="0E6D62"/>
                </a:solidFill>
                <a:latin typeface="Pretendard Regular"/>
                <a:ea typeface="Pretendard Regular"/>
                <a:cs typeface="Pretendard Black" panose="02000A03000000020004" pitchFamily="2" charset="-127"/>
              </a:endParaRPr>
            </a:p>
            <a:p>
              <a:pPr>
                <a:lnSpc>
                  <a:spcPct val="116199"/>
                </a:lnSpc>
              </a:pP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  </a:t>
              </a:r>
              <a:r>
                <a:rPr lang="ko-KR" altLang="ko-KR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'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다 짜여진 </a:t>
              </a:r>
              <a:r>
                <a:rPr lang="ko-KR" altLang="en-US" sz="2200" b="1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컴팩트한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</a:t>
              </a:r>
              <a:r>
                <a:rPr lang="ko-KR" altLang="en-US" sz="2200" b="1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일정</a:t>
              </a:r>
              <a:r>
                <a:rPr lang="ko-KR" altLang="ko-KR" sz="2200" b="1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'</a:t>
              </a:r>
              <a:r>
                <a:rPr lang="ko-KR" altLang="en-US" sz="2200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을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보며 몸만 가면 되도록, </a:t>
              </a:r>
              <a:r>
                <a:rPr lang="ko-KR" altLang="en-US" sz="2200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알잘딱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! 아시죠?</a:t>
              </a:r>
            </a:p>
            <a:p>
              <a:pPr>
                <a:lnSpc>
                  <a:spcPct val="116199"/>
                </a:lnSpc>
              </a:pPr>
              <a:endParaRPr lang="ko-KR" sz="2200" dirty="0">
                <a:solidFill>
                  <a:srgbClr val="0E6D62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25C3B11-BD61-78DF-2F17-AC9D2EE6E32A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2400" b="1" dirty="0">
                  <a:solidFill>
                    <a:srgbClr val="0E6D62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바라는 점</a:t>
              </a:r>
              <a:endParaRPr lang="ko-KR" altLang="en-US" sz="2400" dirty="0">
                <a:solidFill>
                  <a:srgbClr val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21" name="TextBox 11">
            <a:extLst>
              <a:ext uri="{FF2B5EF4-FFF2-40B4-BE49-F238E27FC236}">
                <a16:creationId xmlns:a16="http://schemas.microsoft.com/office/drawing/2014/main" id="{BB6FC615-211C-030D-4996-D5ADFEBC82CC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03/27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B2D7EC6C-A188-CC32-07B1-14B843BE4E5E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B570A-1082-B3BF-C7AE-3F95A084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5557374-9B21-F38B-BF57-195A2456CE4B}"/>
              </a:ext>
            </a:extLst>
          </p:cNvPr>
          <p:cNvSpPr txBox="1"/>
          <p:nvPr/>
        </p:nvSpPr>
        <p:spPr>
          <a:xfrm>
            <a:off x="1193800" y="431800"/>
            <a:ext cx="4368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kumimoji="0" lang="en-US" altLang="ko-KR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ㅣ</a:t>
            </a:r>
            <a:r>
              <a:rPr kumimoji="0" lang="ko-KR" altLang="en-US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페르소나를 통한 기능 도출</a:t>
            </a:r>
            <a:endParaRPr kumimoji="0" lang="en-US" sz="1908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F0C64E5-61A4-8131-B3A4-DA46E3CBE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57BFD15-57FB-9BA9-005A-DA22AB344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48BFDE8-81A5-F5B2-60C8-092A2F1005D0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2324100"/>
            <a:ext cx="16700500" cy="6718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38CF0C52-BEC5-4165-FAEC-757502577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BC73F43D-34C6-AAF3-3549-64D827F86387}"/>
              </a:ext>
            </a:extLst>
          </p:cNvPr>
          <p:cNvSpPr txBox="1"/>
          <p:nvPr/>
        </p:nvSpPr>
        <p:spPr>
          <a:xfrm>
            <a:off x="2540000" y="6478189"/>
            <a:ext cx="2462530" cy="6045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" panose="02000503000000020004" pitchFamily="2" charset="-127"/>
              </a:rPr>
              <a:t>김선생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" panose="02000503000000020004" pitchFamily="2" charset="-127"/>
            </a:endParaRP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95D03BE3-DDF0-2AEC-5FE5-DF1280061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854200" y="6993809"/>
            <a:ext cx="3149600" cy="9652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A8ED6E56-613C-D714-A09F-645569E15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8960" y="6412149"/>
            <a:ext cx="520700" cy="520700"/>
          </a:xfrm>
          <a:prstGeom prst="rect">
            <a:avLst/>
          </a:prstGeom>
        </p:spPr>
      </p:pic>
      <p:pic>
        <p:nvPicPr>
          <p:cNvPr id="30" name="Picture 27">
            <a:extLst>
              <a:ext uri="{FF2B5EF4-FFF2-40B4-BE49-F238E27FC236}">
                <a16:creationId xmlns:a16="http://schemas.microsoft.com/office/drawing/2014/main" id="{315BB44A-5912-54DA-F6DA-F6FCA0DD4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720" y="6531529"/>
            <a:ext cx="292100" cy="254000"/>
          </a:xfrm>
          <a:prstGeom prst="rect">
            <a:avLst/>
          </a:prstGeom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E504EA57-69D1-7B90-4395-4D7028085F88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6474460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2BD016A1-4126-D44F-4586-99116B9A3381}"/>
              </a:ext>
            </a:extLst>
          </p:cNvPr>
          <p:cNvSpPr txBox="1"/>
          <p:nvPr/>
        </p:nvSpPr>
        <p:spPr>
          <a:xfrm>
            <a:off x="1953259" y="7251941"/>
            <a:ext cx="3136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직업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무직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나이 : </a:t>
            </a:r>
            <a:r>
              <a:rPr lang="en-US" altLang="ko-KR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60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살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가족관계 : 부인, 아들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주소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서울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</p:txBody>
      </p:sp>
      <p:pic>
        <p:nvPicPr>
          <p:cNvPr id="40" name="Picture 14">
            <a:extLst>
              <a:ext uri="{FF2B5EF4-FFF2-40B4-BE49-F238E27FC236}">
                <a16:creationId xmlns:a16="http://schemas.microsoft.com/office/drawing/2014/main" id="{31FF48CC-629E-E9D2-3188-405C8A9F3428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4020819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43" name="TextBox 2">
            <a:extLst>
              <a:ext uri="{FF2B5EF4-FFF2-40B4-BE49-F238E27FC236}">
                <a16:creationId xmlns:a16="http://schemas.microsoft.com/office/drawing/2014/main" id="{14F8345A-B450-2DBF-227A-F5DF9F8EEA96}"/>
              </a:ext>
            </a:extLst>
          </p:cNvPr>
          <p:cNvSpPr txBox="1"/>
          <p:nvPr/>
        </p:nvSpPr>
        <p:spPr>
          <a:xfrm>
            <a:off x="6847778" y="2665823"/>
            <a:ext cx="9650823" cy="1160471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“ 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은퇴후의 즐거운 국내여행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＂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A1C1FBF-C80A-634A-4A4F-3C76DBDE87B3}"/>
              </a:ext>
            </a:extLst>
          </p:cNvPr>
          <p:cNvGrpSpPr/>
          <p:nvPr/>
        </p:nvGrpSpPr>
        <p:grpSpPr>
          <a:xfrm>
            <a:off x="7095490" y="4341435"/>
            <a:ext cx="9144000" cy="1403542"/>
            <a:chOff x="7095490" y="4341435"/>
            <a:chExt cx="9144000" cy="1403542"/>
          </a:xfrm>
        </p:grpSpPr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0039FA59-57C9-9CBE-05B1-B49723C709D4}"/>
                </a:ext>
              </a:extLst>
            </p:cNvPr>
            <p:cNvSpPr txBox="1"/>
            <p:nvPr/>
          </p:nvSpPr>
          <p:spPr>
            <a:xfrm>
              <a:off x="7382479" y="4904811"/>
              <a:ext cx="8840788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은퇴 후의 국내 여행들을 계획하고 있으며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추천 여행지들의 숙박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관광지 등의 여행 정보를 한 번에 보기 원합니다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또한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일정 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/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날짜 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/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비용에 대한 정보가 함께 정리되어 있기를 바랍니다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Regular"/>
                <a:ea typeface="Pretendard Regular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BC7581-0092-54D5-80E2-55D2BF4CDFF4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국내 여행지 탐색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3626392-2FEB-C00D-A002-18ABBF2F2F55}"/>
              </a:ext>
            </a:extLst>
          </p:cNvPr>
          <p:cNvGrpSpPr/>
          <p:nvPr/>
        </p:nvGrpSpPr>
        <p:grpSpPr>
          <a:xfrm>
            <a:off x="7143099" y="6820247"/>
            <a:ext cx="9481201" cy="1395038"/>
            <a:chOff x="7095490" y="4341435"/>
            <a:chExt cx="9481201" cy="13950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625E45-3142-0222-2BC7-F4928D39FEDE}"/>
                </a:ext>
              </a:extLst>
            </p:cNvPr>
            <p:cNvSpPr txBox="1"/>
            <p:nvPr/>
          </p:nvSpPr>
          <p:spPr>
            <a:xfrm>
              <a:off x="7334870" y="4896307"/>
              <a:ext cx="9241821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하나의 사이트에서도 </a:t>
              </a:r>
              <a:r>
                <a:rPr kumimoji="0" lang="ko-KR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비행기</a:t>
              </a:r>
              <a:r>
                <a:rPr kumimoji="0" lang="en-US" altLang="ko-KR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/</a:t>
              </a:r>
              <a:r>
                <a:rPr kumimoji="0" lang="ko-KR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숙박</a:t>
              </a:r>
              <a:r>
                <a:rPr lang="en-US" altLang="ko-KR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/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관광지 예약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이 분리되어 결제되는 경우가 있고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이는 취소할 때 더더욱 불편합니다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한 번에 가능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했으면 좋겠습니다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3B8F0-64A0-6BEB-1377-B57AE318A373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바라는 점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96E3CAEE-83F5-AEF4-EAEC-9956E295CC5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810" t="5509" r="8759" b="8809"/>
          <a:stretch>
            <a:fillRect/>
          </a:stretch>
        </p:blipFill>
        <p:spPr>
          <a:xfrm>
            <a:off x="1788160" y="3029253"/>
            <a:ext cx="2991659" cy="3035945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4DA2D5EA-10CF-10B7-AA09-FA8552C2EC21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04/27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AA7E2B7A-5C62-4DE1-F7A8-EB4679973A81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4BDADF8E-313C-35C2-0E32-7A2843250B80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29" name="Picture 7">
              <a:extLst>
                <a:ext uri="{FF2B5EF4-FFF2-40B4-BE49-F238E27FC236}">
                  <a16:creationId xmlns:a16="http://schemas.microsoft.com/office/drawing/2014/main" id="{7CF78D27-A94A-D97C-8965-984F26CE5D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31" name="TextBox 8">
              <a:extLst>
                <a:ext uri="{FF2B5EF4-FFF2-40B4-BE49-F238E27FC236}">
                  <a16:creationId xmlns:a16="http://schemas.microsoft.com/office/drawing/2014/main" id="{96761B40-504E-A17B-58B2-CD4CFFA5BD51}"/>
                </a:ext>
              </a:extLst>
            </p:cNvPr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500">
                  <a:solidFill>
                    <a:srgbClr val="FFFFFF"/>
                  </a:solidFill>
                  <a:latin typeface="Pretendard Regular"/>
                  <a:ea typeface="Pretendard Regular"/>
                </a:rPr>
                <a:t>Persona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976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5141A5-0622-E035-7415-3CA781BF5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F50112A-14BB-CD36-6AE7-556889E9E424}"/>
              </a:ext>
            </a:extLst>
          </p:cNvPr>
          <p:cNvSpPr txBox="1"/>
          <p:nvPr/>
        </p:nvSpPr>
        <p:spPr>
          <a:xfrm>
            <a:off x="1193800" y="431800"/>
            <a:ext cx="4368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kumimoji="0" lang="en-US" altLang="ko-KR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ㅣ</a:t>
            </a:r>
            <a:r>
              <a:rPr kumimoji="0" lang="ko-KR" altLang="en-US" sz="1908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페르소나를 통한 기능 도출</a:t>
            </a:r>
            <a:endParaRPr kumimoji="0" lang="en-US" sz="1908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69834F3-63AF-975A-8243-2178406911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DF9DD5DA-3BCE-5482-EAA7-F1DA3F9AE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E33DFE0-C6F6-DC85-6319-A43D332A8E6A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2324100"/>
            <a:ext cx="16700500" cy="6718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B5B80700-608B-7514-8278-F49785718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42B069F-2341-0C30-D485-9191C4D959D0}"/>
              </a:ext>
            </a:extLst>
          </p:cNvPr>
          <p:cNvSpPr txBox="1"/>
          <p:nvPr/>
        </p:nvSpPr>
        <p:spPr>
          <a:xfrm>
            <a:off x="2540000" y="6439052"/>
            <a:ext cx="2462530" cy="6045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" panose="02000503000000020004" pitchFamily="2" charset="-127"/>
              </a:rPr>
              <a:t>루치아나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0E153CBA-B030-4EEC-CFA6-90F00B3EA7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854200" y="6954672"/>
            <a:ext cx="3149600" cy="9652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402976B6-C9A4-14B9-2806-5D0FE039A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8960" y="6373012"/>
            <a:ext cx="520700" cy="520700"/>
          </a:xfrm>
          <a:prstGeom prst="rect">
            <a:avLst/>
          </a:prstGeom>
        </p:spPr>
      </p:pic>
      <p:pic>
        <p:nvPicPr>
          <p:cNvPr id="30" name="Picture 27">
            <a:extLst>
              <a:ext uri="{FF2B5EF4-FFF2-40B4-BE49-F238E27FC236}">
                <a16:creationId xmlns:a16="http://schemas.microsoft.com/office/drawing/2014/main" id="{DF59C017-D353-454C-2B4D-74C053698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720" y="6492392"/>
            <a:ext cx="292100" cy="254000"/>
          </a:xfrm>
          <a:prstGeom prst="rect">
            <a:avLst/>
          </a:prstGeom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58B2E188-87BA-EC06-E8CB-4972E0E5DA98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6474460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3D1FBFFA-357C-C0CC-AA4A-C3DC5A5A2569}"/>
              </a:ext>
            </a:extLst>
          </p:cNvPr>
          <p:cNvSpPr txBox="1"/>
          <p:nvPr/>
        </p:nvSpPr>
        <p:spPr>
          <a:xfrm>
            <a:off x="1953259" y="7212804"/>
            <a:ext cx="3136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직업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전문직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나이 : </a:t>
            </a:r>
            <a:r>
              <a:rPr lang="en-US" altLang="ko-KR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42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살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가족관계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남편</a:t>
            </a:r>
            <a:r>
              <a:rPr lang="en-US" altLang="ko-KR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,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자녀 </a:t>
            </a:r>
            <a:r>
              <a:rPr lang="en-US" altLang="ko-KR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2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명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주소 : 브라질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싱파울로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</p:txBody>
      </p:sp>
      <p:pic>
        <p:nvPicPr>
          <p:cNvPr id="40" name="Picture 14">
            <a:extLst>
              <a:ext uri="{FF2B5EF4-FFF2-40B4-BE49-F238E27FC236}">
                <a16:creationId xmlns:a16="http://schemas.microsoft.com/office/drawing/2014/main" id="{10A5CCE8-8254-E037-2B26-95DF602DB595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4020819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43" name="TextBox 2">
            <a:extLst>
              <a:ext uri="{FF2B5EF4-FFF2-40B4-BE49-F238E27FC236}">
                <a16:creationId xmlns:a16="http://schemas.microsoft.com/office/drawing/2014/main" id="{837808A9-2378-A393-1ADB-B03210D8B7DB}"/>
              </a:ext>
            </a:extLst>
          </p:cNvPr>
          <p:cNvSpPr txBox="1"/>
          <p:nvPr/>
        </p:nvSpPr>
        <p:spPr>
          <a:xfrm>
            <a:off x="6847778" y="2665823"/>
            <a:ext cx="9650823" cy="1160471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＂</a:t>
            </a:r>
            <a:r>
              <a:rPr lang="ko-KR" altLang="en-US" sz="3600" dirty="0">
                <a:solidFill>
                  <a:prstClr val="black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한국의 문화를 제대로 느낄 수 있는 곳은 없을까</a:t>
            </a:r>
            <a:r>
              <a:rPr lang="en-US" altLang="ko-KR" sz="3600" dirty="0">
                <a:solidFill>
                  <a:prstClr val="black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?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"</a:t>
            </a:r>
            <a:endParaRPr kumimoji="0" lang="en-US" altLang="ko-KR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C051AA4-F340-8B7F-0A57-6653433CB9AC}"/>
              </a:ext>
            </a:extLst>
          </p:cNvPr>
          <p:cNvGrpSpPr/>
          <p:nvPr/>
        </p:nvGrpSpPr>
        <p:grpSpPr>
          <a:xfrm>
            <a:off x="7143099" y="4341435"/>
            <a:ext cx="9144000" cy="1403542"/>
            <a:chOff x="7143099" y="4341435"/>
            <a:chExt cx="9144000" cy="1403542"/>
          </a:xfrm>
        </p:grpSpPr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5A88FDB6-A8B6-D440-5326-86F78A3694E6}"/>
                </a:ext>
              </a:extLst>
            </p:cNvPr>
            <p:cNvSpPr txBox="1"/>
            <p:nvPr/>
          </p:nvSpPr>
          <p:spPr>
            <a:xfrm>
              <a:off x="7382479" y="4904811"/>
              <a:ext cx="8840788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우연히 집 근처 한국문화원에서 접한 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BTS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의 노랫말이 매력적이어서 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ARMY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가 되었습니다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이를 계기로 한국에 관심이 생겼고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브라질과는 다른 한국의 여행지들을 탐방할 수 있는 한국 여행지를 계획 중입니다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Regular"/>
                <a:ea typeface="Pretendard Regular"/>
                <a:cs typeface="Pretendard Black" panose="02000A03000000020004" pitchFamily="2" charset="-127"/>
              </a:endParaRPr>
            </a:p>
            <a:p>
              <a:pPr marL="285750" marR="0" lvl="0" indent="-2857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Char char="•"/>
                <a:tabLst/>
                <a:defRPr/>
              </a:pP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Regular"/>
                <a:ea typeface="Pretendard Regular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D3B1D4-C288-26D0-AAC6-DE47DC471FC8}"/>
                </a:ext>
              </a:extLst>
            </p:cNvPr>
            <p:cNvSpPr txBox="1"/>
            <p:nvPr/>
          </p:nvSpPr>
          <p:spPr>
            <a:xfrm>
              <a:off x="7143099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I love BTS!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589A604-5A34-CB4B-2D0F-14476B378B06}"/>
              </a:ext>
            </a:extLst>
          </p:cNvPr>
          <p:cNvGrpSpPr/>
          <p:nvPr/>
        </p:nvGrpSpPr>
        <p:grpSpPr>
          <a:xfrm>
            <a:off x="7143099" y="6820247"/>
            <a:ext cx="9481201" cy="1395038"/>
            <a:chOff x="7095490" y="4341435"/>
            <a:chExt cx="9481201" cy="13950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B86771-E53E-3735-7902-5405A2FFE319}"/>
                </a:ext>
              </a:extLst>
            </p:cNvPr>
            <p:cNvSpPr txBox="1"/>
            <p:nvPr/>
          </p:nvSpPr>
          <p:spPr>
            <a:xfrm>
              <a:off x="7334870" y="4896307"/>
              <a:ext cx="9241821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BTS </a:t>
              </a:r>
              <a:r>
                <a:rPr lang="ko-KR" altLang="en-US" sz="2200" dirty="0" err="1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덕질을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 넘어서 브라질과는 다른 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한국의 역사</a:t>
              </a:r>
              <a:r>
                <a:rPr lang="en-US" altLang="ko-KR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전통</a:t>
              </a:r>
              <a:r>
                <a:rPr lang="en-US" altLang="ko-KR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문학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을 다 배우고 느낄 수 있는 여행지에 가고 싶습니다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BF0CE6-6692-DCD1-033E-F5AC7D45BBCA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바라는 점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E540133E-9E9B-8D90-49C9-358AB0188E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1298" t="8708" r="7729" b="9981"/>
          <a:stretch>
            <a:fillRect/>
          </a:stretch>
        </p:blipFill>
        <p:spPr>
          <a:xfrm>
            <a:off x="2064732" y="3025140"/>
            <a:ext cx="3193067" cy="2935292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CB8E6428-97EA-E2F1-0201-FAF1B774F385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05/27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7EBD2F96-A15D-4410-A100-2C9342F85AB0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0E8DF13-D563-ABD4-EE01-3BDD5F269D3A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27" name="Picture 7">
              <a:extLst>
                <a:ext uri="{FF2B5EF4-FFF2-40B4-BE49-F238E27FC236}">
                  <a16:creationId xmlns:a16="http://schemas.microsoft.com/office/drawing/2014/main" id="{F06DE9ED-1F86-5536-940F-7478E6E2B4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28" name="TextBox 8">
              <a:extLst>
                <a:ext uri="{FF2B5EF4-FFF2-40B4-BE49-F238E27FC236}">
                  <a16:creationId xmlns:a16="http://schemas.microsoft.com/office/drawing/2014/main" id="{6D75932A-6F45-E94D-6C02-E563A56FF8B6}"/>
                </a:ext>
              </a:extLst>
            </p:cNvPr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500">
                  <a:solidFill>
                    <a:srgbClr val="FFFFFF"/>
                  </a:solidFill>
                  <a:latin typeface="Pretendard Regular"/>
                  <a:ea typeface="Pretendard Regular"/>
                </a:rPr>
                <a:t>Persona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0847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A51A2-846E-5E8E-A42B-FBD2918D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F387693-D78A-E529-8FCB-1A778EBDB743}"/>
              </a:ext>
            </a:extLst>
          </p:cNvPr>
          <p:cNvSpPr txBox="1"/>
          <p:nvPr/>
        </p:nvSpPr>
        <p:spPr>
          <a:xfrm>
            <a:off x="1193800" y="431800"/>
            <a:ext cx="4368800" cy="39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08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kumimoji="0" lang="en-US" altLang="ko-KR" sz="1908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ㅣ</a:t>
            </a:r>
            <a:r>
              <a:rPr kumimoji="0" lang="ko-KR" altLang="en-US" sz="1908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 페르소나를 통한 기능 도출</a:t>
            </a:r>
            <a:endParaRPr kumimoji="0" lang="en-US" sz="1908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BBD5492-279E-6AD1-D6A7-A5BCB928A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6F5BF0A-45EA-06A1-C6DE-15C42C127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A7E607A-D03F-E424-619E-0136468CD00A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" y="2324100"/>
            <a:ext cx="16700500" cy="67183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10A33CF-7BA7-8440-4C0E-BCA945775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D258897D-FCC3-958F-54E2-1A9F5AF44CEC}"/>
              </a:ext>
            </a:extLst>
          </p:cNvPr>
          <p:cNvSpPr txBox="1"/>
          <p:nvPr/>
        </p:nvSpPr>
        <p:spPr>
          <a:xfrm>
            <a:off x="2540000" y="6508160"/>
            <a:ext cx="2462530" cy="60452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" panose="02000503000000020004" pitchFamily="2" charset="-127"/>
              </a:rPr>
              <a:t>유나</a:t>
            </a: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BB7936F8-B5B4-1A05-ADFB-E30DAE3EB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1854200" y="7023780"/>
            <a:ext cx="3149600" cy="9652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852B36D9-9C52-620B-8E4F-726E7B3F4D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8960" y="6442120"/>
            <a:ext cx="520700" cy="520700"/>
          </a:xfrm>
          <a:prstGeom prst="rect">
            <a:avLst/>
          </a:prstGeom>
        </p:spPr>
      </p:pic>
      <p:pic>
        <p:nvPicPr>
          <p:cNvPr id="30" name="Picture 27">
            <a:extLst>
              <a:ext uri="{FF2B5EF4-FFF2-40B4-BE49-F238E27FC236}">
                <a16:creationId xmlns:a16="http://schemas.microsoft.com/office/drawing/2014/main" id="{D07CA2B4-F742-E84D-5C5A-90DD184BD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0720" y="6561500"/>
            <a:ext cx="292100" cy="254000"/>
          </a:xfrm>
          <a:prstGeom prst="rect">
            <a:avLst/>
          </a:prstGeom>
        </p:spPr>
      </p:pic>
      <p:pic>
        <p:nvPicPr>
          <p:cNvPr id="32" name="Picture 14">
            <a:extLst>
              <a:ext uri="{FF2B5EF4-FFF2-40B4-BE49-F238E27FC236}">
                <a16:creationId xmlns:a16="http://schemas.microsoft.com/office/drawing/2014/main" id="{92B63A11-BA1B-B88D-2D9C-0AD3C2A99963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6474460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35" name="TextBox 22">
            <a:extLst>
              <a:ext uri="{FF2B5EF4-FFF2-40B4-BE49-F238E27FC236}">
                <a16:creationId xmlns:a16="http://schemas.microsoft.com/office/drawing/2014/main" id="{A5B735DB-F0B1-84DD-B67A-2BC36BDBFD17}"/>
              </a:ext>
            </a:extLst>
          </p:cNvPr>
          <p:cNvSpPr txBox="1"/>
          <p:nvPr/>
        </p:nvSpPr>
        <p:spPr>
          <a:xfrm>
            <a:off x="1953259" y="7281912"/>
            <a:ext cx="3136900" cy="1130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직업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서비스업 종사자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나이 : </a:t>
            </a:r>
            <a:r>
              <a:rPr lang="en-US" altLang="ko-KR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33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살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가족관계 : 부모님,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여동생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주소 : </a:t>
            </a:r>
            <a:r>
              <a:rPr lang="ko-KR" altLang="en-US" sz="2000" dirty="0">
                <a:solidFill>
                  <a:srgbClr val="0E6D62"/>
                </a:solidFill>
                <a:latin typeface="Pretendard" panose="02000503000000020004" pitchFamily="2" charset="-127"/>
                <a:ea typeface="Pretendard Regular"/>
                <a:cs typeface="Pretendard" panose="02000503000000020004" pitchFamily="2" charset="-127"/>
              </a:rPr>
              <a:t>일본 도쿄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" panose="02000503000000020004" pitchFamily="2" charset="-127"/>
              <a:ea typeface="Pretendard Regular"/>
              <a:cs typeface="Pretendard" panose="02000503000000020004" pitchFamily="2" charset="-127"/>
            </a:endParaRPr>
          </a:p>
        </p:txBody>
      </p:sp>
      <p:pic>
        <p:nvPicPr>
          <p:cNvPr id="40" name="Picture 14">
            <a:extLst>
              <a:ext uri="{FF2B5EF4-FFF2-40B4-BE49-F238E27FC236}">
                <a16:creationId xmlns:a16="http://schemas.microsoft.com/office/drawing/2014/main" id="{EFF90FCD-B1DA-986B-07ED-82984FA9A59E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40220" y="4020819"/>
            <a:ext cx="9659620" cy="21717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43" name="TextBox 2">
            <a:extLst>
              <a:ext uri="{FF2B5EF4-FFF2-40B4-BE49-F238E27FC236}">
                <a16:creationId xmlns:a16="http://schemas.microsoft.com/office/drawing/2014/main" id="{AB0729B6-B83E-4030-1A3E-F329D5DA436D}"/>
              </a:ext>
            </a:extLst>
          </p:cNvPr>
          <p:cNvSpPr txBox="1"/>
          <p:nvPr/>
        </p:nvSpPr>
        <p:spPr>
          <a:xfrm>
            <a:off x="6847778" y="2665823"/>
            <a:ext cx="9650823" cy="1160471"/>
          </a:xfrm>
          <a:prstGeom prst="rect">
            <a:avLst/>
          </a:prstGeom>
        </p:spPr>
        <p:txBody>
          <a:bodyPr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＂</a:t>
            </a:r>
            <a:r>
              <a:rPr kumimoji="0" lang="ko-KR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한국에 왔을 때 다 즐기고 가고 싶어</a:t>
            </a: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!＂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4B3D614-DDCE-F98F-E826-60BD997CF10D}"/>
              </a:ext>
            </a:extLst>
          </p:cNvPr>
          <p:cNvGrpSpPr/>
          <p:nvPr/>
        </p:nvGrpSpPr>
        <p:grpSpPr>
          <a:xfrm>
            <a:off x="7095490" y="4341435"/>
            <a:ext cx="9144000" cy="1403542"/>
            <a:chOff x="7095490" y="4341435"/>
            <a:chExt cx="9144000" cy="1403542"/>
          </a:xfrm>
        </p:grpSpPr>
        <p:sp>
          <p:nvSpPr>
            <p:cNvPr id="41" name="TextBox 17">
              <a:extLst>
                <a:ext uri="{FF2B5EF4-FFF2-40B4-BE49-F238E27FC236}">
                  <a16:creationId xmlns:a16="http://schemas.microsoft.com/office/drawing/2014/main" id="{40119AD6-AD52-E6A4-8A82-3617000547A1}"/>
                </a:ext>
              </a:extLst>
            </p:cNvPr>
            <p:cNvSpPr txBox="1"/>
            <p:nvPr/>
          </p:nvSpPr>
          <p:spPr>
            <a:xfrm>
              <a:off x="7382479" y="4904811"/>
              <a:ext cx="8840788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한국의 미용제품에 관심이 많으며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SNS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에서 본 한국 여행지들에 관심이 많습니다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하지만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, </a:t>
              </a: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여유로운 일정을 내지 못하여 짧은 기간안에 계획한 모든 일정을 소화할 수 있을 지에 대하여 걱정하고 있습니다</a:t>
              </a:r>
              <a:r>
                <a:rPr kumimoji="0" lang="en-US" altLang="ko-KR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. 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 Regular"/>
                <a:ea typeface="Pretendard Regular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F9CB43-247E-A87F-EEA5-6948FDBD72D8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코스메틱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 투어 및 명소 관광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E1973B8-1C39-C667-7B19-E4AD311332EB}"/>
              </a:ext>
            </a:extLst>
          </p:cNvPr>
          <p:cNvGrpSpPr/>
          <p:nvPr/>
        </p:nvGrpSpPr>
        <p:grpSpPr>
          <a:xfrm>
            <a:off x="7143099" y="6820247"/>
            <a:ext cx="9481201" cy="1395038"/>
            <a:chOff x="7095490" y="4341435"/>
            <a:chExt cx="9481201" cy="139503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5AFCD3D-6AD9-F349-AD6C-EBA6A21D245F}"/>
                </a:ext>
              </a:extLst>
            </p:cNvPr>
            <p:cNvSpPr txBox="1"/>
            <p:nvPr/>
          </p:nvSpPr>
          <p:spPr>
            <a:xfrm>
              <a:off x="7334870" y="4896307"/>
              <a:ext cx="9241821" cy="84016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제가 여행가는 곳 근처에 어떤 장소들이 있는지 알 수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있을까요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?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Black" panose="02000A03000000020004" pitchFamily="2" charset="-127"/>
                </a:rPr>
                <a:t>최적의 동선이 필요합니다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!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예약이 미리 가능한 곳이라면 </a:t>
              </a:r>
              <a:r>
                <a:rPr lang="ko-KR" altLang="en-US" sz="2200" b="1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미리 예약 </a:t>
              </a:r>
              <a:r>
                <a:rPr lang="ko-KR" altLang="en-US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하고싶습니다</a:t>
              </a:r>
              <a:r>
                <a:rPr lang="en-US" altLang="ko-KR" sz="2200" dirty="0">
                  <a:solidFill>
                    <a:srgbClr val="0E6D62"/>
                  </a:solidFill>
                  <a:latin typeface="Pretendard Regular"/>
                  <a:ea typeface="Pretendard Regular"/>
                  <a:cs typeface="Pretendard Black" panose="02000A03000000020004" pitchFamily="2" charset="-127"/>
                </a:rPr>
                <a:t>.</a:t>
              </a:r>
              <a:endPara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Regular"/>
                <a:ea typeface="Pretendard Regular"/>
                <a:cs typeface="Pretendard" panose="02000503000000020004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82FD35F-7F3A-6959-A0B0-D31A18E4E6A4}"/>
                </a:ext>
              </a:extLst>
            </p:cNvPr>
            <p:cNvSpPr txBox="1"/>
            <p:nvPr/>
          </p:nvSpPr>
          <p:spPr>
            <a:xfrm>
              <a:off x="7095490" y="4341435"/>
              <a:ext cx="9144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바라는 점</a:t>
              </a: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3FE8E992-E193-48FE-90C9-17E92FC312C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999" t="6154" r="8781" b="9054"/>
          <a:stretch>
            <a:fillRect/>
          </a:stretch>
        </p:blipFill>
        <p:spPr>
          <a:xfrm>
            <a:off x="2048509" y="3025140"/>
            <a:ext cx="2622551" cy="3101340"/>
          </a:xfrm>
          <a:prstGeom prst="rect">
            <a:avLst/>
          </a:prstGeom>
        </p:spPr>
      </p:pic>
      <p:sp>
        <p:nvSpPr>
          <p:cNvPr id="22" name="TextBox 11">
            <a:extLst>
              <a:ext uri="{FF2B5EF4-FFF2-40B4-BE49-F238E27FC236}">
                <a16:creationId xmlns:a16="http://schemas.microsoft.com/office/drawing/2014/main" id="{A92A10BC-2236-8DF6-B382-1D9AC8815BF3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06/27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D8897BC1-E867-CF4B-2E3C-27181A15C664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0DD53638-AF1E-CCBE-5062-6921BE89B679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28" name="Picture 7">
              <a:extLst>
                <a:ext uri="{FF2B5EF4-FFF2-40B4-BE49-F238E27FC236}">
                  <a16:creationId xmlns:a16="http://schemas.microsoft.com/office/drawing/2014/main" id="{85952E10-6BBA-7A39-BF64-D87E3F6E04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29" name="TextBox 8">
              <a:extLst>
                <a:ext uri="{FF2B5EF4-FFF2-40B4-BE49-F238E27FC236}">
                  <a16:creationId xmlns:a16="http://schemas.microsoft.com/office/drawing/2014/main" id="{902041A9-92B6-4049-A8E2-D810517E2D7B}"/>
                </a:ext>
              </a:extLst>
            </p:cNvPr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500">
                  <a:solidFill>
                    <a:srgbClr val="FFFFFF"/>
                  </a:solidFill>
                  <a:latin typeface="Pretendard Regular"/>
                  <a:ea typeface="Pretendard Regular"/>
                </a:rPr>
                <a:t>Persona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828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FF0A1D-953E-45E1-CCD8-72F3DD7D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D69D5DB-C6DB-8AC5-6A65-598747D29A1A}"/>
              </a:ext>
            </a:extLst>
          </p:cNvPr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  <a:defRPr/>
            </a:pPr>
            <a:r>
              <a:rPr lang="ko-KR" altLang="en-US" sz="1908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lang="en-US" altLang="ko-KR" sz="1908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</a:t>
            </a:r>
            <a:r>
              <a:rPr lang="ko-KR" altLang="en-US" sz="1908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자료조사 바탕 주요 기능</a:t>
            </a:r>
            <a:endParaRPr lang="en-US" altLang="ko-KR" sz="1908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87BFF66-354D-0FB3-2929-D4560A1403B9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all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9073FDA-0AAA-ACC9-C098-DDB3E0D637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pic>
        <p:nvPicPr>
          <p:cNvPr id="48" name="Picture 4">
            <a:extLst>
              <a:ext uri="{FF2B5EF4-FFF2-40B4-BE49-F238E27FC236}">
                <a16:creationId xmlns:a16="http://schemas.microsoft.com/office/drawing/2014/main" id="{BA297E4A-1021-34DC-522E-31F3F242A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0" name="Picture 5">
            <a:extLst>
              <a:ext uri="{FF2B5EF4-FFF2-40B4-BE49-F238E27FC236}">
                <a16:creationId xmlns:a16="http://schemas.microsoft.com/office/drawing/2014/main" id="{6F51D6F3-FBF3-6589-1BA8-D61E91C175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sp>
        <p:nvSpPr>
          <p:cNvPr id="4" name="TextBox 11">
            <a:extLst>
              <a:ext uri="{FF2B5EF4-FFF2-40B4-BE49-F238E27FC236}">
                <a16:creationId xmlns:a16="http://schemas.microsoft.com/office/drawing/2014/main" id="{86D9CCB7-7C25-96AD-8BC6-60FC317447E5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07/27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475C7CFA-C429-4873-251B-80B8F7020371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0" y="3594100"/>
            <a:ext cx="16700500" cy="5346700"/>
          </a:xfrm>
          <a:prstGeom prst="rect">
            <a:avLst/>
          </a:prstGeom>
        </p:spPr>
      </p:pic>
      <p:sp>
        <p:nvSpPr>
          <p:cNvPr id="18" name="TextBox 13">
            <a:extLst>
              <a:ext uri="{FF2B5EF4-FFF2-40B4-BE49-F238E27FC236}">
                <a16:creationId xmlns:a16="http://schemas.microsoft.com/office/drawing/2014/main" id="{56B696D6-A115-2FED-402E-860FAB8632AA}"/>
              </a:ext>
            </a:extLst>
          </p:cNvPr>
          <p:cNvSpPr txBox="1"/>
          <p:nvPr/>
        </p:nvSpPr>
        <p:spPr>
          <a:xfrm>
            <a:off x="2641600" y="7785100"/>
            <a:ext cx="130175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8689"/>
              </a:lnSpc>
            </a:pPr>
            <a:r>
              <a:rPr lang="ko-KR" altLang="en-US" sz="30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+ </a:t>
            </a:r>
            <a:r>
              <a:rPr lang="ko-KR" altLang="en-US" sz="30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페르소나를 바탕으로 </a:t>
            </a:r>
            <a:r>
              <a:rPr lang="ko-KR" altLang="en-US" sz="30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언어번역기능과 </a:t>
            </a:r>
            <a:r>
              <a:rPr lang="en-US" altLang="ko-KR" sz="3000" spc="-100" dirty="0" err="1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QnA</a:t>
            </a:r>
            <a:r>
              <a:rPr lang="en-US" altLang="ko-KR" sz="30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기능 추가</a:t>
            </a:r>
            <a:endParaRPr lang="en-US" sz="3000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B5243B27-4E8B-4154-FB33-01784077EE44}"/>
              </a:ext>
            </a:extLst>
          </p:cNvPr>
          <p:cNvSpPr txBox="1"/>
          <p:nvPr/>
        </p:nvSpPr>
        <p:spPr>
          <a:xfrm>
            <a:off x="4432300" y="4356100"/>
            <a:ext cx="44323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7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회원가입 기능</a:t>
            </a:r>
            <a:endParaRPr lang="en-US" altLang="ko-KR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16199"/>
              </a:lnSpc>
            </a:pP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회원 </a:t>
            </a:r>
            <a:r>
              <a:rPr lang="en-US" altLang="ko-KR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/ </a:t>
            </a:r>
            <a:r>
              <a:rPr lang="ko-KR" alt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비회원 기능분리</a:t>
            </a:r>
            <a:r>
              <a:rPr lang="en-US" altLang="ko-KR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4" name="Picture 15">
            <a:extLst>
              <a:ext uri="{FF2B5EF4-FFF2-40B4-BE49-F238E27FC236}">
                <a16:creationId xmlns:a16="http://schemas.microsoft.com/office/drawing/2014/main" id="{019B5DC6-725B-46D2-4A6D-173FD4307D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62300" y="5537200"/>
            <a:ext cx="5588000" cy="25400"/>
          </a:xfrm>
          <a:prstGeom prst="rect">
            <a:avLst/>
          </a:prstGeom>
        </p:spPr>
      </p:pic>
      <p:pic>
        <p:nvPicPr>
          <p:cNvPr id="26" name="Picture 16">
            <a:extLst>
              <a:ext uri="{FF2B5EF4-FFF2-40B4-BE49-F238E27FC236}">
                <a16:creationId xmlns:a16="http://schemas.microsoft.com/office/drawing/2014/main" id="{AE1EA759-B05C-E322-EEC0-AB0F4484ED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2300" y="4356100"/>
            <a:ext cx="1003300" cy="977900"/>
          </a:xfrm>
          <a:prstGeom prst="rect">
            <a:avLst/>
          </a:prstGeom>
        </p:spPr>
      </p:pic>
      <p:pic>
        <p:nvPicPr>
          <p:cNvPr id="28" name="Picture 17">
            <a:extLst>
              <a:ext uri="{FF2B5EF4-FFF2-40B4-BE49-F238E27FC236}">
                <a16:creationId xmlns:a16="http://schemas.microsoft.com/office/drawing/2014/main" id="{CD9BF867-B196-F597-CD5B-545B439AC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62300" y="5930900"/>
            <a:ext cx="1003300" cy="977900"/>
          </a:xfrm>
          <a:prstGeom prst="rect">
            <a:avLst/>
          </a:prstGeom>
        </p:spPr>
      </p:pic>
      <p:sp>
        <p:nvSpPr>
          <p:cNvPr id="30" name="TextBox 18">
            <a:extLst>
              <a:ext uri="{FF2B5EF4-FFF2-40B4-BE49-F238E27FC236}">
                <a16:creationId xmlns:a16="http://schemas.microsoft.com/office/drawing/2014/main" id="{20FF2C86-F3C8-6809-BCB8-2C9A28428909}"/>
              </a:ext>
            </a:extLst>
          </p:cNvPr>
          <p:cNvSpPr txBox="1"/>
          <p:nvPr/>
        </p:nvSpPr>
        <p:spPr>
          <a:xfrm>
            <a:off x="4432300" y="5918200"/>
            <a:ext cx="38100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7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결제 페이지 연결</a:t>
            </a:r>
            <a:endParaRPr lang="en-US" altLang="ko-KR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16199"/>
              </a:lnSpc>
            </a:pP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가상 결제 시스템 적용</a:t>
            </a: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2" name="Picture 19">
            <a:extLst>
              <a:ext uri="{FF2B5EF4-FFF2-40B4-BE49-F238E27FC236}">
                <a16:creationId xmlns:a16="http://schemas.microsoft.com/office/drawing/2014/main" id="{5F1D25FB-2B78-E66C-3CB6-3DCB77632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62300" y="7112000"/>
            <a:ext cx="5588000" cy="25400"/>
          </a:xfrm>
          <a:prstGeom prst="rect">
            <a:avLst/>
          </a:prstGeom>
        </p:spPr>
      </p:pic>
      <p:pic>
        <p:nvPicPr>
          <p:cNvPr id="35" name="Picture 20">
            <a:extLst>
              <a:ext uri="{FF2B5EF4-FFF2-40B4-BE49-F238E27FC236}">
                <a16:creationId xmlns:a16="http://schemas.microsoft.com/office/drawing/2014/main" id="{8431EB26-DFA2-DD3E-BBC2-F76E71895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78200" y="4572000"/>
            <a:ext cx="571500" cy="546100"/>
          </a:xfrm>
          <a:prstGeom prst="rect">
            <a:avLst/>
          </a:prstGeom>
        </p:spPr>
      </p:pic>
      <p:pic>
        <p:nvPicPr>
          <p:cNvPr id="37" name="Picture 21">
            <a:extLst>
              <a:ext uri="{FF2B5EF4-FFF2-40B4-BE49-F238E27FC236}">
                <a16:creationId xmlns:a16="http://schemas.microsoft.com/office/drawing/2014/main" id="{D6018251-9D2F-56B4-E100-1C2F229F4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16300" y="6108700"/>
            <a:ext cx="482600" cy="609600"/>
          </a:xfrm>
          <a:prstGeom prst="rect">
            <a:avLst/>
          </a:prstGeom>
        </p:spPr>
      </p:pic>
      <p:sp>
        <p:nvSpPr>
          <p:cNvPr id="39" name="TextBox 22">
            <a:extLst>
              <a:ext uri="{FF2B5EF4-FFF2-40B4-BE49-F238E27FC236}">
                <a16:creationId xmlns:a16="http://schemas.microsoft.com/office/drawing/2014/main" id="{1DF0D2C9-F125-08BD-2712-476F46C693DF}"/>
              </a:ext>
            </a:extLst>
          </p:cNvPr>
          <p:cNvSpPr txBox="1"/>
          <p:nvPr/>
        </p:nvSpPr>
        <p:spPr>
          <a:xfrm>
            <a:off x="10807700" y="4356100"/>
            <a:ext cx="48895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7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상품 정보 확인</a:t>
            </a:r>
            <a:endParaRPr lang="en-US" altLang="ko-KR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16199"/>
              </a:lnSpc>
            </a:pP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데이터 베이스 등록</a:t>
            </a: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1" name="Picture 23">
            <a:extLst>
              <a:ext uri="{FF2B5EF4-FFF2-40B4-BE49-F238E27FC236}">
                <a16:creationId xmlns:a16="http://schemas.microsoft.com/office/drawing/2014/main" id="{95A4556D-019C-5CA4-4564-F28371A008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7700" y="5537200"/>
            <a:ext cx="5588000" cy="25400"/>
          </a:xfrm>
          <a:prstGeom prst="rect">
            <a:avLst/>
          </a:prstGeom>
        </p:spPr>
      </p:pic>
      <p:pic>
        <p:nvPicPr>
          <p:cNvPr id="43" name="Picture 24">
            <a:extLst>
              <a:ext uri="{FF2B5EF4-FFF2-40B4-BE49-F238E27FC236}">
                <a16:creationId xmlns:a16="http://schemas.microsoft.com/office/drawing/2014/main" id="{882D0718-7BCD-9A26-416F-9B3EA47B11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37700" y="4356100"/>
            <a:ext cx="1003300" cy="977900"/>
          </a:xfrm>
          <a:prstGeom prst="rect">
            <a:avLst/>
          </a:prstGeom>
        </p:spPr>
      </p:pic>
      <p:pic>
        <p:nvPicPr>
          <p:cNvPr id="45" name="Picture 25">
            <a:extLst>
              <a:ext uri="{FF2B5EF4-FFF2-40B4-BE49-F238E27FC236}">
                <a16:creationId xmlns:a16="http://schemas.microsoft.com/office/drawing/2014/main" id="{692E07B0-C7C4-7064-C292-8F1A39E51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37700" y="5930900"/>
            <a:ext cx="1003300" cy="977900"/>
          </a:xfrm>
          <a:prstGeom prst="rect">
            <a:avLst/>
          </a:prstGeom>
        </p:spPr>
      </p:pic>
      <p:sp>
        <p:nvSpPr>
          <p:cNvPr id="47" name="TextBox 26">
            <a:extLst>
              <a:ext uri="{FF2B5EF4-FFF2-40B4-BE49-F238E27FC236}">
                <a16:creationId xmlns:a16="http://schemas.microsoft.com/office/drawing/2014/main" id="{9845CABE-90C0-293A-5E70-A8C025BECE7F}"/>
              </a:ext>
            </a:extLst>
          </p:cNvPr>
          <p:cNvSpPr txBox="1"/>
          <p:nvPr/>
        </p:nvSpPr>
        <p:spPr>
          <a:xfrm>
            <a:off x="10807700" y="5918200"/>
            <a:ext cx="4279900" cy="977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7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후기 기록</a:t>
            </a:r>
            <a:endParaRPr lang="en-US" altLang="ko-KR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l">
              <a:lnSpc>
                <a:spcPct val="116199"/>
              </a:lnSpc>
            </a:pP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작성 및 삭제 기능</a:t>
            </a:r>
            <a:r>
              <a:rPr lang="en-US" sz="27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7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51" name="Picture 27">
            <a:extLst>
              <a:ext uri="{FF2B5EF4-FFF2-40B4-BE49-F238E27FC236}">
                <a16:creationId xmlns:a16="http://schemas.microsoft.com/office/drawing/2014/main" id="{2CCD9207-6F7F-D1A1-EC35-78A422786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37700" y="7112000"/>
            <a:ext cx="5588000" cy="25400"/>
          </a:xfrm>
          <a:prstGeom prst="rect">
            <a:avLst/>
          </a:prstGeom>
        </p:spPr>
      </p:pic>
      <p:pic>
        <p:nvPicPr>
          <p:cNvPr id="57" name="Picture 28">
            <a:extLst>
              <a:ext uri="{FF2B5EF4-FFF2-40B4-BE49-F238E27FC236}">
                <a16:creationId xmlns:a16="http://schemas.microsoft.com/office/drawing/2014/main" id="{47FC5FF9-A242-0B1A-31A8-DB77628D44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753600" y="4559300"/>
            <a:ext cx="571500" cy="571500"/>
          </a:xfrm>
          <a:prstGeom prst="rect">
            <a:avLst/>
          </a:prstGeom>
        </p:spPr>
      </p:pic>
      <p:pic>
        <p:nvPicPr>
          <p:cNvPr id="59" name="Picture 29">
            <a:extLst>
              <a:ext uri="{FF2B5EF4-FFF2-40B4-BE49-F238E27FC236}">
                <a16:creationId xmlns:a16="http://schemas.microsoft.com/office/drawing/2014/main" id="{85AC116F-30F6-7980-4901-AE7D9CA981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40900" y="6172200"/>
            <a:ext cx="584200" cy="482600"/>
          </a:xfrm>
          <a:prstGeom prst="rect">
            <a:avLst/>
          </a:prstGeom>
        </p:spPr>
      </p:pic>
      <p:sp>
        <p:nvSpPr>
          <p:cNvPr id="61" name="TextBox 2">
            <a:extLst>
              <a:ext uri="{FF2B5EF4-FFF2-40B4-BE49-F238E27FC236}">
                <a16:creationId xmlns:a16="http://schemas.microsoft.com/office/drawing/2014/main" id="{3D1AB069-8C20-7A09-98E9-C9BFC85E1DEF}"/>
              </a:ext>
            </a:extLst>
          </p:cNvPr>
          <p:cNvSpPr txBox="1"/>
          <p:nvPr/>
        </p:nvSpPr>
        <p:spPr>
          <a:xfrm>
            <a:off x="2628900" y="1930400"/>
            <a:ext cx="130302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8689"/>
              </a:lnSpc>
            </a:pP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기본적인 페이지 주요 기능들을</a:t>
            </a:r>
            <a:endParaRPr lang="en-US" altLang="ko-KR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8689"/>
              </a:lnSpc>
            </a:pP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바탕으로 제작되었습니다</a:t>
            </a:r>
            <a:r>
              <a:rPr lang="en-US" altLang="ko-KR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4F77F37D-27D4-D415-AD25-8DB37F1E60AF}"/>
              </a:ext>
            </a:extLst>
          </p:cNvPr>
          <p:cNvGrpSpPr/>
          <p:nvPr/>
        </p:nvGrpSpPr>
        <p:grpSpPr>
          <a:xfrm>
            <a:off x="8255000" y="1244600"/>
            <a:ext cx="1778000" cy="482600"/>
            <a:chOff x="8255000" y="1244600"/>
            <a:chExt cx="1778000" cy="482600"/>
          </a:xfrm>
        </p:grpSpPr>
        <p:pic>
          <p:nvPicPr>
            <p:cNvPr id="63" name="Picture 7">
              <a:extLst>
                <a:ext uri="{FF2B5EF4-FFF2-40B4-BE49-F238E27FC236}">
                  <a16:creationId xmlns:a16="http://schemas.microsoft.com/office/drawing/2014/main" id="{EFBE38B0-E2D7-074C-151E-21FE7D71E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465574" y="1244600"/>
              <a:ext cx="1401097" cy="482600"/>
            </a:xfrm>
            <a:prstGeom prst="rect">
              <a:avLst/>
            </a:prstGeom>
          </p:spPr>
        </p:pic>
        <p:sp>
          <p:nvSpPr>
            <p:cNvPr id="64" name="TextBox 8">
              <a:extLst>
                <a:ext uri="{FF2B5EF4-FFF2-40B4-BE49-F238E27FC236}">
                  <a16:creationId xmlns:a16="http://schemas.microsoft.com/office/drawing/2014/main" id="{A8348B45-0DFE-494E-6A0C-CC19AE4913D5}"/>
                </a:ext>
              </a:extLst>
            </p:cNvPr>
            <p:cNvSpPr txBox="1"/>
            <p:nvPr/>
          </p:nvSpPr>
          <p:spPr>
            <a:xfrm>
              <a:off x="8255000" y="1346200"/>
              <a:ext cx="177800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500" dirty="0">
                  <a:solidFill>
                    <a:srgbClr val="FFFFFF"/>
                  </a:solidFill>
                  <a:latin typeface="Pretendard Regular"/>
                  <a:ea typeface="Pretendard Regular"/>
                </a:rPr>
                <a:t>Function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9718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D93B5-05D2-C404-CCE8-D5DC1B82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8441D7B-84C9-1855-F2BD-85D45A22D6DC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908" y="2189628"/>
            <a:ext cx="16683692" cy="6751171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E9449261-AFDC-C434-406F-A23269D7ED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AD2C9AB-E8C8-F25E-2B1E-3A2AD7872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876557E-3389-102F-7620-3D725BDB75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6175" y="1244600"/>
            <a:ext cx="1755648" cy="482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C30BD2C-165F-603E-8F63-911B67BAD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116878"/>
            <a:ext cx="368300" cy="3683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3E085D5-6AEC-8F15-EF06-86FB085115E4}"/>
              </a:ext>
            </a:extLst>
          </p:cNvPr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다른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탐색</a:t>
            </a:r>
            <a:endParaRPr lang="en-US" sz="1908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9537FF3-B054-4EC4-B3C4-06C138943533}"/>
              </a:ext>
            </a:extLst>
          </p:cNvPr>
          <p:cNvSpPr txBox="1"/>
          <p:nvPr/>
        </p:nvSpPr>
        <p:spPr>
          <a:xfrm>
            <a:off x="8311896" y="1346200"/>
            <a:ext cx="1664207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UI 설계 자료 수집</a:t>
            </a:r>
            <a:endParaRPr lang="ko-KR" altLang="en-US" sz="15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560C680-5F28-E64A-BF30-FD72781916DC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BB3C890-488F-5CBD-634C-97E6F78DCBB1}"/>
              </a:ext>
            </a:extLst>
          </p:cNvPr>
          <p:cNvSpPr/>
          <p:nvPr/>
        </p:nvSpPr>
        <p:spPr>
          <a:xfrm>
            <a:off x="1807903" y="3371850"/>
            <a:ext cx="6746360" cy="3939616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ko-KR" altLang="en-US" b="1">
              <a:solidFill>
                <a:srgbClr val="4F7870"/>
              </a:solidFill>
              <a:latin typeface="Pretendard SemiBold"/>
              <a:ea typeface="맑은 고딕"/>
              <a:cs typeface="Pretendard SemiBold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33A6BDA2-1DE4-E94C-40FE-6265F4AC75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93608" y="2604995"/>
            <a:ext cx="2832100" cy="5842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EC6CB1A0-EF2D-9960-5166-DDC7C396D993}"/>
              </a:ext>
            </a:extLst>
          </p:cNvPr>
          <p:cNvSpPr txBox="1"/>
          <p:nvPr/>
        </p:nvSpPr>
        <p:spPr>
          <a:xfrm>
            <a:off x="4009508" y="2681194"/>
            <a:ext cx="238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25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사이트 디자인</a:t>
            </a:r>
            <a:endParaRPr lang="ko-KR" altLang="en-US" sz="2250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3CB91416-5257-8A6C-6040-4D851D3C3E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14853" y="2620235"/>
            <a:ext cx="2832100" cy="5842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B477A8EF-09B4-E514-836F-213B16E9D2F0}"/>
              </a:ext>
            </a:extLst>
          </p:cNvPr>
          <p:cNvSpPr txBox="1"/>
          <p:nvPr/>
        </p:nvSpPr>
        <p:spPr>
          <a:xfrm>
            <a:off x="11930753" y="2696434"/>
            <a:ext cx="238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2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와이어프레임</a:t>
            </a:r>
            <a:endParaRPr lang="ko-KR" altLang="en-US" sz="2250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EFB9804-489E-D7AA-E3FE-450101F04CE5}"/>
              </a:ext>
            </a:extLst>
          </p:cNvPr>
          <p:cNvSpPr txBox="1"/>
          <p:nvPr/>
        </p:nvSpPr>
        <p:spPr>
          <a:xfrm>
            <a:off x="3390900" y="7579288"/>
            <a:ext cx="38354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페이지별 유사 사이트의</a:t>
            </a:r>
            <a:endParaRPr lang="en-US" altLang="ko-KR" sz="25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algn="ctr">
              <a:lnSpc>
                <a:spcPct val="116199"/>
              </a:lnSpc>
            </a:pPr>
            <a:r>
              <a:rPr lang="ko-KR" alt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참고 디자인 수집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06EF6BC-37B0-444A-2FAC-5F9B1E92D216}"/>
              </a:ext>
            </a:extLst>
          </p:cNvPr>
          <p:cNvSpPr txBox="1"/>
          <p:nvPr/>
        </p:nvSpPr>
        <p:spPr>
          <a:xfrm>
            <a:off x="11313906" y="7579285"/>
            <a:ext cx="38354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참고 디자인을 바탕으로</a:t>
            </a:r>
            <a:endParaRPr lang="en-US" altLang="ko-KR" sz="25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algn="ctr">
              <a:lnSpc>
                <a:spcPct val="116199"/>
              </a:lnSpc>
            </a:pPr>
            <a:r>
              <a:rPr lang="en-US" altLang="ko-KR" sz="2500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페이지별</a:t>
            </a:r>
            <a:r>
              <a:rPr lang="en-US" altLang="ko-KR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500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와이어프레임</a:t>
            </a:r>
            <a:r>
              <a:rPr lang="en-US" altLang="ko-KR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500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제작</a:t>
            </a:r>
            <a:endParaRPr lang="en-US" altLang="ko-KR" sz="25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8" name="그림 7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1CBA8F-1AD9-533F-37E4-6EDA54CD10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5388" y="3513451"/>
            <a:ext cx="6343893" cy="3666597"/>
          </a:xfrm>
          <a:prstGeom prst="rect">
            <a:avLst/>
          </a:prstGeom>
        </p:spPr>
      </p:pic>
      <p:sp>
        <p:nvSpPr>
          <p:cNvPr id="30" name="Rounded Rectangle 26">
            <a:extLst>
              <a:ext uri="{FF2B5EF4-FFF2-40B4-BE49-F238E27FC236}">
                <a16:creationId xmlns:a16="http://schemas.microsoft.com/office/drawing/2014/main" id="{09BDE74F-BA25-D73E-E719-E68A7726D911}"/>
              </a:ext>
            </a:extLst>
          </p:cNvPr>
          <p:cNvSpPr/>
          <p:nvPr/>
        </p:nvSpPr>
        <p:spPr>
          <a:xfrm>
            <a:off x="9733737" y="3371849"/>
            <a:ext cx="6746360" cy="3939615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ko-KR" altLang="en-US" b="1">
              <a:solidFill>
                <a:srgbClr val="4F7870"/>
              </a:solidFill>
              <a:latin typeface="Pretendard SemiBold"/>
              <a:ea typeface="맑은 고딕"/>
              <a:cs typeface="Pretendard SemiBold"/>
            </a:endParaRPr>
          </a:p>
        </p:txBody>
      </p:sp>
      <p:pic>
        <p:nvPicPr>
          <p:cNvPr id="15" name="그림 14" descr="텍스트, 도표, 평면도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DC3728-BD24-7C28-447E-E159EE5A33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17111" y="3513451"/>
            <a:ext cx="6424766" cy="3666597"/>
          </a:xfrm>
          <a:prstGeom prst="rect">
            <a:avLst/>
          </a:prstGeom>
        </p:spPr>
      </p:pic>
      <p:pic>
        <p:nvPicPr>
          <p:cNvPr id="32" name="Picture 26">
            <a:extLst>
              <a:ext uri="{FF2B5EF4-FFF2-40B4-BE49-F238E27FC236}">
                <a16:creationId xmlns:a16="http://schemas.microsoft.com/office/drawing/2014/main" id="{95C4994E-3E67-EB2B-D680-48F2FB9EE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13133" y="7773894"/>
            <a:ext cx="2313940" cy="276860"/>
          </a:xfrm>
          <a:prstGeom prst="rect">
            <a:avLst/>
          </a:prstGeom>
        </p:spPr>
      </p:pic>
      <p:sp>
        <p:nvSpPr>
          <p:cNvPr id="13" name="TextBox 11">
            <a:extLst>
              <a:ext uri="{FF2B5EF4-FFF2-40B4-BE49-F238E27FC236}">
                <a16:creationId xmlns:a16="http://schemas.microsoft.com/office/drawing/2014/main" id="{6A9B5456-DCD2-96F4-E413-6A69018DCD22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08/27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240926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154" y="2189628"/>
            <a:ext cx="16683692" cy="67511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6175" y="1244600"/>
            <a:ext cx="1755648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116878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</a:t>
            </a:r>
            <a:r>
              <a:rPr lang="en-US" sz="1908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다른</a:t>
            </a: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908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908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탐색</a:t>
            </a:r>
            <a:r>
              <a:rPr lang="ko-KR" alt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을 통한 기능 도출</a:t>
            </a:r>
            <a:endParaRPr lang="en-US" sz="1908" b="0" i="0" u="none" strike="noStrike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311896" y="1346200"/>
            <a:ext cx="1664207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1500">
                <a:solidFill>
                  <a:srgbClr val="FFFFFF"/>
                </a:solidFill>
                <a:latin typeface="Pretendard Regular"/>
                <a:ea typeface="Pretendard Regular"/>
              </a:rPr>
              <a:t>UI</a:t>
            </a:r>
            <a:r>
              <a:rPr lang="ko-KR" altLang="en-US" sz="1500">
                <a:solidFill>
                  <a:srgbClr val="FFFFFF"/>
                </a:solidFill>
                <a:latin typeface="Pretendard Regular"/>
                <a:ea typeface="Pretendard Regular"/>
              </a:rPr>
              <a:t> 설계 주요 내용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36329" y="3469532"/>
            <a:ext cx="4140200" cy="3725956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ko-KR" altLang="en-US" b="1">
              <a:solidFill>
                <a:srgbClr val="4F7870"/>
              </a:solidFill>
              <a:latin typeface="Pretendard SemiBold"/>
              <a:ea typeface="맑은 고딕"/>
              <a:cs typeface="Pretendard SemiBol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073900" y="3469531"/>
            <a:ext cx="4140200" cy="3725955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ko-KR" altLang="en-US" b="1">
              <a:solidFill>
                <a:srgbClr val="4F7870"/>
              </a:solidFill>
              <a:latin typeface="Pretendard SemiBold"/>
              <a:cs typeface="Pretendard SemiBold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2248275" y="3469533"/>
            <a:ext cx="4140200" cy="3725953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/>
            <a:endParaRPr lang="ko-KR" altLang="en-US" b="1">
              <a:solidFill>
                <a:srgbClr val="4F7870"/>
              </a:solidFill>
              <a:latin typeface="Pretendard SemiBold"/>
              <a:cs typeface="Pretendard SemiBold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6836" y="2604995"/>
            <a:ext cx="2832100" cy="5842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702736" y="2681194"/>
            <a:ext cx="238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6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사진 중심 구성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83873" y="2604995"/>
            <a:ext cx="2832100" cy="584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899773" y="2681194"/>
            <a:ext cx="238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6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수시 변경 정보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970220" y="2604995"/>
            <a:ext cx="2832100" cy="5842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186120" y="2681194"/>
            <a:ext cx="23876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264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정보 재생산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03904" y="7417082"/>
            <a:ext cx="38354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ko-KR" alt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여행지 첫인상</a:t>
            </a:r>
            <a:r>
              <a:rPr lang="ko-KR" altLang="en-US" sz="2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사진</a:t>
            </a:r>
            <a:r>
              <a:rPr lang="en-US" sz="2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배치</a:t>
            </a:r>
            <a:endParaRPr lang="en-US" sz="25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ctr">
              <a:lnSpc>
                <a:spcPct val="116199"/>
              </a:lnSpc>
            </a:pPr>
            <a:r>
              <a:rPr lang="en-US" sz="25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(+</a:t>
            </a:r>
            <a:r>
              <a:rPr lang="en-US" sz="2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여행지</a:t>
            </a:r>
            <a:r>
              <a:rPr lang="en-US" sz="2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위치·가격</a:t>
            </a:r>
            <a:r>
              <a:rPr lang="en-US" sz="2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r>
              <a:rPr lang="en-US" sz="25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26300" y="7417082"/>
            <a:ext cx="38354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추천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여행지·할인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패키지가</a:t>
            </a:r>
          </a:p>
          <a:p>
            <a:pPr lvl="0" algn="ctr">
              <a:lnSpc>
                <a:spcPct val="116199"/>
              </a:lnSpc>
            </a:pP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수시로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5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변경</a:t>
            </a:r>
            <a:endParaRPr lang="en-US" sz="25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400675" y="7417082"/>
            <a:ext cx="38354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여행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경험을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바탕으로</a:t>
            </a:r>
            <a:endParaRPr lang="en-US" sz="25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algn="ctr">
              <a:lnSpc>
                <a:spcPct val="116199"/>
              </a:lnSpc>
            </a:pP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정보</a:t>
            </a:r>
            <a:r>
              <a:rPr lang="en-US" sz="25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500" b="0" i="0" u="none" strike="noStrike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재생산</a:t>
            </a:r>
            <a:endParaRPr lang="ko-KR" altLang="en-US" sz="25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42744" y="2820894"/>
            <a:ext cx="1155700" cy="1397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08765" y="2820894"/>
            <a:ext cx="1155700" cy="139700"/>
          </a:xfrm>
          <a:prstGeom prst="rect">
            <a:avLst/>
          </a:prstGeom>
        </p:spPr>
      </p:pic>
      <p:pic>
        <p:nvPicPr>
          <p:cNvPr id="3" name="그림 2" descr="텍스트, 스크린샷, 멀티미디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F6625A-9CC9-9BC2-5F28-DE054C86C8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1096" y="3634021"/>
            <a:ext cx="3634557" cy="3396974"/>
          </a:xfrm>
          <a:prstGeom prst="rect">
            <a:avLst/>
          </a:prstGeom>
        </p:spPr>
      </p:pic>
      <p:pic>
        <p:nvPicPr>
          <p:cNvPr id="13" name="그림 12" descr="텍스트, 스크린샷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319F15-145E-7C72-7117-FD1F6F0DEFA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8729" y="3749305"/>
            <a:ext cx="3855533" cy="3076062"/>
          </a:xfrm>
          <a:prstGeom prst="rect">
            <a:avLst/>
          </a:prstGeom>
        </p:spPr>
      </p:pic>
      <p:pic>
        <p:nvPicPr>
          <p:cNvPr id="14" name="그림 13" descr="텍스트, 스크린샷, 나무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416CDB-C951-0904-1E20-D54019CEC7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7728" y="3673103"/>
            <a:ext cx="3705392" cy="3357891"/>
          </a:xfrm>
          <a:prstGeom prst="rect">
            <a:avLst/>
          </a:prstGeom>
        </p:spPr>
      </p:pic>
      <p:sp>
        <p:nvSpPr>
          <p:cNvPr id="15" name="TextBox 11">
            <a:extLst>
              <a:ext uri="{FF2B5EF4-FFF2-40B4-BE49-F238E27FC236}">
                <a16:creationId xmlns:a16="http://schemas.microsoft.com/office/drawing/2014/main" id="{535C1AF7-F80F-60B1-EE6E-D83C17312A78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09/27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3492500"/>
            <a:ext cx="16687800" cy="5842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8200" y="1244600"/>
            <a:ext cx="13716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628900" y="1930400"/>
            <a:ext cx="130302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8689"/>
              </a:lnSpc>
            </a:pPr>
            <a:r>
              <a:rPr lang="ko-KR" altLang="en-US" sz="34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이용자에게 패키지 여행지를 안내하는</a:t>
            </a:r>
            <a:r>
              <a:rPr lang="en-US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4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느낌의</a:t>
            </a:r>
            <a:endParaRPr lang="en-US" altLang="ko-KR" sz="3400" spc="-100" dirty="0">
              <a:solidFill>
                <a:srgbClr val="333333"/>
              </a:solidFill>
              <a:latin typeface="Pretendard Medium"/>
              <a:ea typeface="Pretendard Medium"/>
            </a:endParaRPr>
          </a:p>
          <a:p>
            <a:pPr lvl="0" algn="ctr">
              <a:lnSpc>
                <a:spcPct val="118689"/>
              </a:lnSpc>
            </a:pPr>
            <a:r>
              <a:rPr lang="en-US" sz="3400" b="0" i="0" u="none" strike="noStrike" spc="-100" dirty="0" err="1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한국적인</a:t>
            </a:r>
            <a:r>
              <a:rPr lang="en-US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400" b="0" i="0" u="none" strike="noStrike" spc="-100" dirty="0" err="1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요소를</a:t>
            </a:r>
            <a:r>
              <a:rPr lang="en-US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담았습니다</a:t>
            </a:r>
            <a:r>
              <a:rPr lang="en-US" altLang="ko-KR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400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Concept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설정</a:t>
            </a:r>
            <a:endParaRPr lang="en-US" sz="1908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503920" y="1346200"/>
            <a:ext cx="128016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Concept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5557" y="3865880"/>
            <a:ext cx="6698744" cy="517144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909B7D64-2F34-B1FD-7C7E-3644C47F322A}"/>
              </a:ext>
            </a:extLst>
          </p:cNvPr>
          <p:cNvGrpSpPr/>
          <p:nvPr/>
        </p:nvGrpSpPr>
        <p:grpSpPr>
          <a:xfrm>
            <a:off x="2512990" y="3910224"/>
            <a:ext cx="6297265" cy="1399752"/>
            <a:chOff x="2846735" y="3910224"/>
            <a:chExt cx="6297265" cy="1399752"/>
          </a:xfrm>
        </p:grpSpPr>
        <p:sp>
          <p:nvSpPr>
            <p:cNvPr id="13" name="TextBox 13"/>
            <p:cNvSpPr txBox="1"/>
            <p:nvPr/>
          </p:nvSpPr>
          <p:spPr>
            <a:xfrm>
              <a:off x="2846735" y="3910224"/>
              <a:ext cx="530352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3000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단정한 글씨체</a:t>
              </a:r>
              <a:endParaRPr lang="en-US" sz="30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6735" y="4553056"/>
              <a:ext cx="6248400" cy="7569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ct val="116199"/>
                </a:lnSpc>
              </a:pP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한국어에 관심을 가지고 이제 공부를 시작하는 외국인을 고려하여 한국어 글씨체 중 단정한 것을 선택하였습니다</a:t>
              </a:r>
              <a:r>
                <a:rPr lang="en-US" altLang="ko-KR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.</a:t>
              </a:r>
              <a:endParaRPr lang="ko-KR" altLang="en-US" dirty="0">
                <a:latin typeface="Pretendard" panose="02000503000000020004" pitchFamily="2" charset="-127"/>
              </a:endParaRPr>
            </a:p>
          </p:txBody>
        </p:sp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V="1">
              <a:off x="2846735" y="4445520"/>
              <a:ext cx="6297265" cy="51231"/>
            </a:xfrm>
            <a:prstGeom prst="rect">
              <a:avLst/>
            </a:prstGeom>
          </p:spPr>
        </p:pic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1F05135D-5544-6AA5-60CF-322491847206}"/>
              </a:ext>
            </a:extLst>
          </p:cNvPr>
          <p:cNvGrpSpPr/>
          <p:nvPr/>
        </p:nvGrpSpPr>
        <p:grpSpPr>
          <a:xfrm>
            <a:off x="1780298" y="3935624"/>
            <a:ext cx="520700" cy="520700"/>
            <a:chOff x="2114043" y="3935624"/>
            <a:chExt cx="520700" cy="520700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14043" y="3935624"/>
              <a:ext cx="520700" cy="520700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28343" y="4062624"/>
              <a:ext cx="292100" cy="254000"/>
            </a:xfrm>
            <a:prstGeom prst="rect">
              <a:avLst/>
            </a:prstGeom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2A563F-1C78-52AA-9F35-E954EF87F1F1}"/>
              </a:ext>
            </a:extLst>
          </p:cNvPr>
          <p:cNvGrpSpPr/>
          <p:nvPr/>
        </p:nvGrpSpPr>
        <p:grpSpPr>
          <a:xfrm>
            <a:off x="1781032" y="5739186"/>
            <a:ext cx="520700" cy="520700"/>
            <a:chOff x="2114777" y="5829300"/>
            <a:chExt cx="520700" cy="520700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14777" y="5829300"/>
              <a:ext cx="520700" cy="520700"/>
            </a:xfrm>
            <a:prstGeom prst="rect">
              <a:avLst/>
            </a:prstGeom>
          </p:spPr>
        </p:pic>
        <p:pic>
          <p:nvPicPr>
            <p:cNvPr id="27" name="Picture 2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29077" y="5956300"/>
              <a:ext cx="292100" cy="254000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A38A96F-A503-1DBB-2C50-7287F65CEBCC}"/>
              </a:ext>
            </a:extLst>
          </p:cNvPr>
          <p:cNvGrpSpPr/>
          <p:nvPr/>
        </p:nvGrpSpPr>
        <p:grpSpPr>
          <a:xfrm>
            <a:off x="1781032" y="7504486"/>
            <a:ext cx="520700" cy="520700"/>
            <a:chOff x="2114777" y="7594600"/>
            <a:chExt cx="520700" cy="520700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14777" y="7594600"/>
              <a:ext cx="520700" cy="520700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229077" y="7696200"/>
              <a:ext cx="292100" cy="292100"/>
            </a:xfrm>
            <a:prstGeom prst="rect">
              <a:avLst/>
            </a:prstGeom>
          </p:spPr>
        </p:pic>
      </p:grpSp>
      <p:sp>
        <p:nvSpPr>
          <p:cNvPr id="33" name="TextBox 11">
            <a:extLst>
              <a:ext uri="{FF2B5EF4-FFF2-40B4-BE49-F238E27FC236}">
                <a16:creationId xmlns:a16="http://schemas.microsoft.com/office/drawing/2014/main" id="{73D9C3BD-437E-F04B-E133-548AE2B300BB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10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0479A902-ACE0-0F0A-B0FD-9FC4DAD68A08}"/>
              </a:ext>
            </a:extLst>
          </p:cNvPr>
          <p:cNvGrpSpPr/>
          <p:nvPr/>
        </p:nvGrpSpPr>
        <p:grpSpPr>
          <a:xfrm>
            <a:off x="2512990" y="5727438"/>
            <a:ext cx="6297265" cy="1399752"/>
            <a:chOff x="2846735" y="3910224"/>
            <a:chExt cx="6297265" cy="1399752"/>
          </a:xfrm>
        </p:grpSpPr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EA28591A-A28F-D35D-3B2A-503EE555B3E8}"/>
                </a:ext>
              </a:extLst>
            </p:cNvPr>
            <p:cNvSpPr txBox="1"/>
            <p:nvPr/>
          </p:nvSpPr>
          <p:spPr>
            <a:xfrm>
              <a:off x="2846735" y="3910224"/>
              <a:ext cx="530352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3000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한국적 요소</a:t>
              </a:r>
              <a:endParaRPr lang="en-US" sz="30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8" name="TextBox 14">
              <a:extLst>
                <a:ext uri="{FF2B5EF4-FFF2-40B4-BE49-F238E27FC236}">
                  <a16:creationId xmlns:a16="http://schemas.microsoft.com/office/drawing/2014/main" id="{7863823B-64AF-D9AC-C64C-BB3AF67C953F}"/>
                </a:ext>
              </a:extLst>
            </p:cNvPr>
            <p:cNvSpPr txBox="1"/>
            <p:nvPr/>
          </p:nvSpPr>
          <p:spPr>
            <a:xfrm>
              <a:off x="2846735" y="4553056"/>
              <a:ext cx="6248400" cy="7569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ct val="116199"/>
                </a:lnSpc>
              </a:pP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국내 여행에 초점을 맞추어</a:t>
              </a:r>
              <a:r>
                <a:rPr lang="en-US" altLang="ko-KR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, </a:t>
              </a:r>
              <a:r>
                <a:rPr lang="ko-KR" altLang="en-US" sz="2150" dirty="0" err="1">
                  <a:solidFill>
                    <a:srgbClr val="595959"/>
                  </a:solidFill>
                  <a:latin typeface="Pretendard Regular"/>
                  <a:ea typeface="Pretendard Regular"/>
                </a:rPr>
                <a:t>길마중이라는</a:t>
              </a: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 순우리말 단어를 메인으로</a:t>
              </a:r>
              <a:r>
                <a:rPr lang="en-US" altLang="ko-KR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, </a:t>
              </a: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로그인 화면에 </a:t>
              </a:r>
              <a:r>
                <a:rPr lang="ko-KR" altLang="en-US" sz="2150" dirty="0" err="1">
                  <a:solidFill>
                    <a:srgbClr val="595959"/>
                  </a:solidFill>
                  <a:latin typeface="Pretendard Regular"/>
                  <a:ea typeface="Pretendard Regular"/>
                </a:rPr>
                <a:t>청사초롱</a:t>
              </a: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 사진을 배치하였습니다</a:t>
              </a:r>
              <a:r>
                <a:rPr lang="en-US" altLang="ko-KR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.</a:t>
              </a:r>
              <a:endParaRPr lang="ko-KR" altLang="en-US" dirty="0">
                <a:latin typeface="Pretendard" panose="02000503000000020004" pitchFamily="2" charset="-127"/>
              </a:endParaRPr>
            </a:p>
          </p:txBody>
        </p:sp>
        <p:pic>
          <p:nvPicPr>
            <p:cNvPr id="49" name="Picture 15">
              <a:extLst>
                <a:ext uri="{FF2B5EF4-FFF2-40B4-BE49-F238E27FC236}">
                  <a16:creationId xmlns:a16="http://schemas.microsoft.com/office/drawing/2014/main" id="{BC340AA3-30AF-D694-9954-682D37BDAE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V="1">
              <a:off x="2846735" y="4445520"/>
              <a:ext cx="6297265" cy="51231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BCDCAF2-A8AF-3EFE-447D-7C103FAB552F}"/>
              </a:ext>
            </a:extLst>
          </p:cNvPr>
          <p:cNvGrpSpPr/>
          <p:nvPr/>
        </p:nvGrpSpPr>
        <p:grpSpPr>
          <a:xfrm>
            <a:off x="2512990" y="7504486"/>
            <a:ext cx="6297265" cy="1399752"/>
            <a:chOff x="2846735" y="3910224"/>
            <a:chExt cx="6297265" cy="1399752"/>
          </a:xfrm>
        </p:grpSpPr>
        <p:sp>
          <p:nvSpPr>
            <p:cNvPr id="55" name="TextBox 13">
              <a:extLst>
                <a:ext uri="{FF2B5EF4-FFF2-40B4-BE49-F238E27FC236}">
                  <a16:creationId xmlns:a16="http://schemas.microsoft.com/office/drawing/2014/main" id="{9118B084-C46A-0AF4-C8A7-4E061B446D4B}"/>
                </a:ext>
              </a:extLst>
            </p:cNvPr>
            <p:cNvSpPr txBox="1"/>
            <p:nvPr/>
          </p:nvSpPr>
          <p:spPr>
            <a:xfrm>
              <a:off x="2846735" y="3910224"/>
              <a:ext cx="5303520" cy="558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3000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사이트의 주요 색감</a:t>
              </a:r>
              <a:endParaRPr lang="en-US" sz="30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6" name="TextBox 14">
              <a:extLst>
                <a:ext uri="{FF2B5EF4-FFF2-40B4-BE49-F238E27FC236}">
                  <a16:creationId xmlns:a16="http://schemas.microsoft.com/office/drawing/2014/main" id="{4F6AE1E2-5F6E-47A1-9FB7-80F61CED53BB}"/>
                </a:ext>
              </a:extLst>
            </p:cNvPr>
            <p:cNvSpPr txBox="1"/>
            <p:nvPr/>
          </p:nvSpPr>
          <p:spPr>
            <a:xfrm>
              <a:off x="2846735" y="4553056"/>
              <a:ext cx="6248400" cy="7569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>
                <a:lnSpc>
                  <a:spcPct val="116199"/>
                </a:lnSpc>
              </a:pPr>
              <a:r>
                <a:rPr lang="ko-KR" altLang="en-US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프로토타입의 배경색과 주요색을 참고하여 한국의 전통 색감을 참고하여 주요색과 보충색을 결정하였습니다</a:t>
              </a:r>
              <a:r>
                <a:rPr lang="en-US" altLang="ko-KR" sz="2150" dirty="0">
                  <a:solidFill>
                    <a:srgbClr val="595959"/>
                  </a:solidFill>
                  <a:latin typeface="Pretendard Regular"/>
                  <a:ea typeface="Pretendard Regular"/>
                </a:rPr>
                <a:t>.</a:t>
              </a:r>
              <a:endParaRPr lang="ko-KR" altLang="en-US" dirty="0">
                <a:latin typeface="Pretendard" panose="02000503000000020004" pitchFamily="2" charset="-127"/>
              </a:endParaRPr>
            </a:p>
          </p:txBody>
        </p:sp>
        <p:pic>
          <p:nvPicPr>
            <p:cNvPr id="57" name="Picture 15">
              <a:extLst>
                <a:ext uri="{FF2B5EF4-FFF2-40B4-BE49-F238E27FC236}">
                  <a16:creationId xmlns:a16="http://schemas.microsoft.com/office/drawing/2014/main" id="{72BF3B77-1E58-8F36-DB9D-4B5891AE27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flipV="1">
              <a:off x="2846735" y="4445520"/>
              <a:ext cx="6297265" cy="51231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ED872BD9-5F70-33DC-9FB5-525378E8FC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8250" y="4041907"/>
            <a:ext cx="4234371" cy="2418477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7F93CA73-C24E-C593-0222-B6639BADA2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878384" y="4073014"/>
            <a:ext cx="2629318" cy="1852180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1617BEBA-30DB-D10C-C099-FDE379AFF5E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8137" t="17778" r="42024" b="26173"/>
          <a:stretch>
            <a:fillRect/>
          </a:stretch>
        </p:blipFill>
        <p:spPr>
          <a:xfrm>
            <a:off x="10150761" y="5956300"/>
            <a:ext cx="4056222" cy="2878270"/>
          </a:xfrm>
          <a:prstGeom prst="rect">
            <a:avLst/>
          </a:prstGeom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B7FE8E77-0718-2ED6-95A0-874D4592358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65779" t="17778" r="5630" b="26173"/>
          <a:stretch>
            <a:fillRect/>
          </a:stretch>
        </p:blipFill>
        <p:spPr>
          <a:xfrm>
            <a:off x="14206983" y="5960335"/>
            <a:ext cx="2326982" cy="2878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1902460"/>
            <a:ext cx="16700500" cy="598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</a:t>
            </a: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UI(</a:t>
            </a:r>
            <a:r>
              <a:rPr lang="ko-KR" alt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언어 및 기기 고려</a:t>
            </a:r>
            <a:r>
              <a:rPr lang="en-US" altLang="ko-KR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1908" b="0" i="0" u="none" strike="noStrike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UI Design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2100" y="2245360"/>
            <a:ext cx="5003800" cy="548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55900" y="3108960"/>
            <a:ext cx="4432300" cy="16383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4292600" y="3896360"/>
            <a:ext cx="2654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언어의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장벽을</a:t>
            </a:r>
            <a:endParaRPr lang="en-US" sz="17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고려한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아이콘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활용</a:t>
            </a:r>
            <a:endParaRPr lang="en-US" sz="17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279900" y="3413760"/>
            <a:ext cx="20066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2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아이콘</a:t>
            </a:r>
            <a:r>
              <a:rPr lang="en-US" sz="22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2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활용</a:t>
            </a:r>
            <a:endParaRPr lang="en-US" sz="22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239000" y="4493260"/>
            <a:ext cx="266700" cy="266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98800" y="3464560"/>
            <a:ext cx="939800" cy="939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99800" y="3108960"/>
            <a:ext cx="4432300" cy="16383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20" name="TextBox 20"/>
          <p:cNvSpPr txBox="1"/>
          <p:nvPr/>
        </p:nvSpPr>
        <p:spPr>
          <a:xfrm>
            <a:off x="11353800" y="3896360"/>
            <a:ext cx="2654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주요 내용의 비중에 따라</a:t>
            </a:r>
          </a:p>
          <a:p>
            <a:pPr lvl="0" algn="r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크기를 다각화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09400" y="3413760"/>
            <a:ext cx="22987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199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크기</a:t>
            </a:r>
            <a:r>
              <a:rPr lang="en-US" sz="2199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199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다각화</a:t>
            </a:r>
            <a:endParaRPr lang="en-US" sz="2199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10782300" y="4493260"/>
            <a:ext cx="266700" cy="2667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224000" y="3464560"/>
            <a:ext cx="939800" cy="939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55900" y="5661660"/>
            <a:ext cx="4432300" cy="16383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25" name="TextBox 25"/>
          <p:cNvSpPr txBox="1"/>
          <p:nvPr/>
        </p:nvSpPr>
        <p:spPr>
          <a:xfrm>
            <a:off x="4292600" y="6436360"/>
            <a:ext cx="2654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사용자 기기별로</a:t>
            </a:r>
          </a:p>
          <a:p>
            <a:pPr lvl="0" algn="l">
              <a:lnSpc>
                <a:spcPct val="116199"/>
              </a:lnSpc>
            </a:pPr>
            <a:r>
              <a:rPr lang="en-US" sz="17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정보 배치 수정 필요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92600" y="5953760"/>
            <a:ext cx="24384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199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기기별 배치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-5400000">
            <a:off x="7239000" y="5648960"/>
            <a:ext cx="266700" cy="2667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98800" y="6004560"/>
            <a:ext cx="939800" cy="939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99800" y="5661660"/>
            <a:ext cx="4432300" cy="1638300"/>
          </a:xfrm>
          <a:prstGeom prst="rect">
            <a:avLst/>
          </a:prstGeom>
          <a:effectLst>
            <a:outerShdw blurRad="245745" dist="163830" dir="2700000">
              <a:srgbClr val="0E6D62">
                <a:alpha val="30000"/>
              </a:srgbClr>
            </a:outerShdw>
          </a:effectLst>
        </p:spPr>
      </p:pic>
      <p:sp>
        <p:nvSpPr>
          <p:cNvPr id="30" name="TextBox 30"/>
          <p:cNvSpPr txBox="1"/>
          <p:nvPr/>
        </p:nvSpPr>
        <p:spPr>
          <a:xfrm>
            <a:off x="11353800" y="6436360"/>
            <a:ext cx="26543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연령대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·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인종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상관없이</a:t>
            </a:r>
            <a:endParaRPr lang="en-US" sz="17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r">
              <a:lnSpc>
                <a:spcPct val="116199"/>
              </a:lnSpc>
            </a:pP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이해하기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1700" b="0" i="0" u="none" strike="noStrike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쉬운</a:t>
            </a:r>
            <a:r>
              <a:rPr lang="en-US" sz="17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UI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55400" y="5953760"/>
            <a:ext cx="2565400" cy="419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199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쉬운</a:t>
            </a:r>
            <a:r>
              <a:rPr lang="en-US" sz="2199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199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이해</a:t>
            </a:r>
            <a:endParaRPr lang="en-US" sz="2199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-16200000">
            <a:off x="10782300" y="5648960"/>
            <a:ext cx="266700" cy="2667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224000" y="6004560"/>
            <a:ext cx="939800" cy="9398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427200" y="3693160"/>
            <a:ext cx="546100" cy="469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02000" y="6207760"/>
            <a:ext cx="546100" cy="546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439900" y="6207760"/>
            <a:ext cx="520700" cy="546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02000" y="3667760"/>
            <a:ext cx="533400" cy="53340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059168" y="2936240"/>
            <a:ext cx="4160520" cy="45720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B0330B9-4AE2-B683-5F31-93D02AD35F8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38675"/>
          <a:stretch>
            <a:fillRect/>
          </a:stretch>
        </p:blipFill>
        <p:spPr>
          <a:xfrm>
            <a:off x="7555095" y="3188832"/>
            <a:ext cx="3139712" cy="5514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9551EBA0-6B3F-93BA-6414-F223AEA435E4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r="44766"/>
          <a:stretch>
            <a:fillRect/>
          </a:stretch>
        </p:blipFill>
        <p:spPr>
          <a:xfrm>
            <a:off x="7200900" y="3902609"/>
            <a:ext cx="3873500" cy="2570717"/>
          </a:xfrm>
          <a:prstGeom prst="rect">
            <a:avLst/>
          </a:prstGeom>
        </p:spPr>
      </p:pic>
      <p:pic>
        <p:nvPicPr>
          <p:cNvPr id="3" name="그림 2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16BD1-AE0F-8455-50B3-7DCD28A8B6E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54861" y="6662556"/>
            <a:ext cx="3983039" cy="633216"/>
          </a:xfrm>
          <a:prstGeom prst="rect">
            <a:avLst/>
          </a:prstGeom>
        </p:spPr>
      </p:pic>
      <p:sp>
        <p:nvSpPr>
          <p:cNvPr id="41" name="TextBox 11">
            <a:extLst>
              <a:ext uri="{FF2B5EF4-FFF2-40B4-BE49-F238E27FC236}">
                <a16:creationId xmlns:a16="http://schemas.microsoft.com/office/drawing/2014/main" id="{CB2D59E9-4E48-0CB1-F0DC-64A45204B4FA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11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45" name="TextBox 8">
            <a:extLst>
              <a:ext uri="{FF2B5EF4-FFF2-40B4-BE49-F238E27FC236}">
                <a16:creationId xmlns:a16="http://schemas.microsoft.com/office/drawing/2014/main" id="{BF635C93-D117-8B22-C8AE-E876D39A3EDB}"/>
              </a:ext>
            </a:extLst>
          </p:cNvPr>
          <p:cNvSpPr txBox="1"/>
          <p:nvPr/>
        </p:nvSpPr>
        <p:spPr>
          <a:xfrm>
            <a:off x="2628900" y="8059420"/>
            <a:ext cx="130302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8689"/>
              </a:lnSpc>
            </a:pP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이를 통하여 연령대 </a:t>
            </a:r>
            <a:r>
              <a:rPr lang="en-US" altLang="ko-KR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&amp; </a:t>
            </a:r>
            <a:r>
              <a:rPr lang="ko-KR" altLang="en-US" sz="3435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인종에 관계 없이</a:t>
            </a:r>
            <a:endParaRPr lang="en-US" altLang="ko-KR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  <a:p>
            <a:pPr lvl="0" algn="ctr">
              <a:lnSpc>
                <a:spcPct val="118689"/>
              </a:lnSpc>
            </a:pPr>
            <a:r>
              <a:rPr lang="ko-KR" altLang="en-US" sz="3435" spc="-100" dirty="0" err="1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어떤기기에서도</a:t>
            </a:r>
            <a:r>
              <a:rPr lang="ko-KR" altLang="en-US" sz="3435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접근이 편하도록 만들었습니다</a:t>
            </a:r>
            <a:r>
              <a:rPr lang="en-US" altLang="ko-KR" sz="3435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.</a:t>
            </a:r>
            <a:endParaRPr lang="en-US" sz="3435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50" y="3492500"/>
            <a:ext cx="16700500" cy="5448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5028" y="1244600"/>
            <a:ext cx="1837943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628900" y="1930400"/>
            <a:ext cx="13030200" cy="1257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8689"/>
              </a:lnSpc>
            </a:pPr>
            <a:r>
              <a:rPr lang="ko-KR" altLang="en-US" sz="3435" b="0" i="0" u="none" strike="noStrike" spc="-10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주요 개발 고려 사항을 </a:t>
            </a:r>
            <a:r>
              <a:rPr lang="en-US" sz="3435" b="0" i="0" u="none" strike="noStrike" spc="-100" err="1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프로토타입</a:t>
            </a:r>
            <a:r>
              <a:rPr lang="ko-KR" altLang="en-US" sz="3435" b="0" i="0" u="none" strike="noStrike" spc="-10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에 대입</a:t>
            </a:r>
            <a:endParaRPr lang="en-US" sz="3435" b="0" i="0" u="none" strike="noStrike" spc="-10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270748" y="1346200"/>
            <a:ext cx="1746503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Implementation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12488" y="6743234"/>
            <a:ext cx="533400" cy="533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022088" y="6781334"/>
            <a:ext cx="2603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결제페이지</a:t>
            </a:r>
            <a:endParaRPr lang="en-US" sz="26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768088" y="7606834"/>
            <a:ext cx="3987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주요 사항들 약관 동의</a:t>
            </a:r>
            <a:endParaRPr lang="en-US" altLang="ko-KR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회원</a:t>
            </a:r>
            <a:r>
              <a:rPr lang="en-US" altLang="ko-KR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/ </a:t>
            </a:r>
            <a:r>
              <a:rPr lang="ko-KR" altLang="en-US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비회원 가격 차이 </a:t>
            </a:r>
            <a:r>
              <a:rPr lang="en-US" altLang="ko-KR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O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79600" y="4127500"/>
            <a:ext cx="533400" cy="533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588259" y="4165600"/>
            <a:ext cx="2603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메인페이지</a:t>
            </a:r>
            <a:endParaRPr lang="en-US" sz="26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35200" y="4991100"/>
            <a:ext cx="3987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Nav</a:t>
            </a: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를 통한 페이지 이동</a:t>
            </a:r>
            <a:endParaRPr lang="en-US" altLang="ko-KR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헤더 </a:t>
            </a:r>
            <a:r>
              <a:rPr lang="en-US" altLang="ko-KR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/ </a:t>
            </a:r>
            <a:r>
              <a:rPr lang="ko-KR" altLang="en-US" sz="2000" dirty="0" err="1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푸터</a:t>
            </a:r>
            <a:r>
              <a:rPr lang="ko-KR" altLang="en-US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공통</a:t>
            </a:r>
            <a:endParaRPr lang="en-US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90700" y="6286034"/>
            <a:ext cx="146939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54388" y="6743234"/>
            <a:ext cx="533400" cy="533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0086847" y="6781334"/>
            <a:ext cx="2603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후기페이지</a:t>
            </a:r>
            <a:endParaRPr lang="en-US" sz="26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09988" y="7606834"/>
            <a:ext cx="3987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후기 목록 탐색</a:t>
            </a:r>
            <a:endParaRPr lang="en-US" altLang="ko-KR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상품별 후기 기재 </a:t>
            </a:r>
            <a:r>
              <a:rPr lang="en-US" altLang="ko-KR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&amp; </a:t>
            </a: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수정 가능</a:t>
            </a:r>
            <a:endParaRPr lang="en-US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1500" y="4127500"/>
            <a:ext cx="533400" cy="5334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553960" y="4165600"/>
            <a:ext cx="2603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로그인페이지</a:t>
            </a:r>
            <a:endParaRPr lang="en-US" sz="26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277100" y="4991100"/>
            <a:ext cx="3987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메인 테마 반영</a:t>
            </a:r>
            <a:endParaRPr lang="en-US" altLang="ko-KR" sz="20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  <a:r>
              <a:rPr lang="en-US" altLang="ko-KR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&amp;</a:t>
            </a: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회원가입 기능 구현</a:t>
            </a:r>
            <a:endParaRPr lang="en-US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50700" y="4127500"/>
            <a:ext cx="533400" cy="5334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2583160" y="4165600"/>
            <a:ext cx="2603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00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상품페이지</a:t>
            </a:r>
            <a:endParaRPr lang="en-US" sz="26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2306300" y="4991100"/>
            <a:ext cx="39878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0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지도 권역 선택별 이동 가능</a:t>
            </a:r>
            <a:endParaRPr lang="en-US" altLang="ko-KR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0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상품 데이터 필요</a:t>
            </a:r>
            <a:endParaRPr lang="en-US" altLang="ko-KR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20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79600" y="4787900"/>
            <a:ext cx="4559300" cy="25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0700" y="4787900"/>
            <a:ext cx="4559300" cy="254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50700" y="4787900"/>
            <a:ext cx="4559300" cy="254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1688" y="7429034"/>
            <a:ext cx="4559300" cy="254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2788" y="7429034"/>
            <a:ext cx="4559300" cy="25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780539" y="4119880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2440" y="4119880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51640" y="4119880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3428" y="6735614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Pretendard SemiBol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5327" y="6735614"/>
            <a:ext cx="731520" cy="5486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  <a:latin typeface="Pretendard SemiBold"/>
              </a:rPr>
              <a:t>5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EF5FAC27-A0F3-D9EE-3729-EEBB8370E538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12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87770707-3A3D-1A77-96B1-69343BB0BAFF}"/>
              </a:ext>
            </a:extLst>
          </p:cNvPr>
          <p:cNvSpPr txBox="1"/>
          <p:nvPr/>
        </p:nvSpPr>
        <p:spPr>
          <a:xfrm>
            <a:off x="1193800" y="431800"/>
            <a:ext cx="2476500" cy="41194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프로토타입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화면</a:t>
            </a:r>
            <a:endParaRPr lang="en-US" sz="1908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D532920-457E-7DB4-2E55-297D7E7AA969}"/>
              </a:ext>
            </a:extLst>
          </p:cNvPr>
          <p:cNvGrpSpPr/>
          <p:nvPr/>
        </p:nvGrpSpPr>
        <p:grpSpPr>
          <a:xfrm>
            <a:off x="812800" y="457200"/>
            <a:ext cx="292100" cy="292100"/>
            <a:chOff x="812800" y="457200"/>
            <a:chExt cx="292100" cy="292100"/>
          </a:xfrm>
        </p:grpSpPr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40EE0269-8457-91D6-7757-3BD78BB1E1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39" name="Picture 5">
              <a:extLst>
                <a:ext uri="{FF2B5EF4-FFF2-40B4-BE49-F238E27FC236}">
                  <a16:creationId xmlns:a16="http://schemas.microsoft.com/office/drawing/2014/main" id="{372DA288-D03B-1CBC-85D5-16746B915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158999"/>
            <a:ext cx="16700500" cy="702310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77A6AED0-D7A2-4633-7FF9-DADFE67D7BBF}"/>
              </a:ext>
            </a:extLst>
          </p:cNvPr>
          <p:cNvGrpSpPr/>
          <p:nvPr/>
        </p:nvGrpSpPr>
        <p:grpSpPr>
          <a:xfrm>
            <a:off x="812800" y="431800"/>
            <a:ext cx="2857500" cy="411946"/>
            <a:chOff x="812800" y="431800"/>
            <a:chExt cx="2857500" cy="411946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193800" y="431800"/>
              <a:ext cx="2476500" cy="4119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1908" b="0" i="0" u="none" strike="noStrike" dirty="0" err="1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기획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en-US" sz="1908" b="0" i="0" u="none" strike="noStrike" dirty="0" err="1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프로토타입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en-US" sz="1908" b="0" i="0" u="none" strike="noStrike" dirty="0" err="1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화면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Main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13200" y="2616201"/>
            <a:ext cx="10248900" cy="61214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0200" y="3499655"/>
            <a:ext cx="2882900" cy="1435100"/>
          </a:xfrm>
          <a:prstGeom prst="rect">
            <a:avLst/>
          </a:prstGeom>
          <a:effectLst>
            <a:outerShdw blurRad="215741" dist="143828" dir="2700000">
              <a:srgbClr val="0E6D62">
                <a:alpha val="30000"/>
              </a:srgbClr>
            </a:outerShdw>
          </a:effectLst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92300" y="3766355"/>
            <a:ext cx="355600" cy="355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930400" y="3804455"/>
            <a:ext cx="26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15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M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66900" y="4274355"/>
            <a:ext cx="2349500" cy="419100"/>
          </a:xfrm>
          <a:prstGeom prst="rect">
            <a:avLst/>
          </a:prstGeom>
          <a:effectLst>
            <a:outerShdw blurRad="62865" dist="41910" dir="2700000">
              <a:srgbClr val="5E83BE">
                <a:alpha val="30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2032000" y="4374830"/>
            <a:ext cx="1479296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187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Nav</a:t>
            </a:r>
            <a:r>
              <a:rPr lang="ko-KR" altLang="en-US" sz="1187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rPr>
              <a:t>를 이용한 메뉴 이동</a:t>
            </a:r>
            <a:endParaRPr lang="en-US" sz="1187" b="0" i="0" u="none" strike="noStrike" dirty="0">
              <a:solidFill>
                <a:srgbClr val="9E9E9E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73500" y="4350555"/>
            <a:ext cx="254000" cy="254000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8AD5E84E-20F6-DE8E-FE6F-8A3C6AA8C560}"/>
              </a:ext>
            </a:extLst>
          </p:cNvPr>
          <p:cNvGrpSpPr/>
          <p:nvPr/>
        </p:nvGrpSpPr>
        <p:grpSpPr>
          <a:xfrm>
            <a:off x="958850" y="4604555"/>
            <a:ext cx="1193800" cy="698500"/>
            <a:chOff x="1104900" y="4579155"/>
            <a:chExt cx="1193800" cy="69850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30400" y="4579155"/>
              <a:ext cx="368300" cy="368300"/>
            </a:xfrm>
            <a:prstGeom prst="rect">
              <a:avLst/>
            </a:prstGeom>
          </p:spPr>
        </p:pic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F203675-E9B2-29D0-CEBF-6DA4E4808F9B}"/>
                </a:ext>
              </a:extLst>
            </p:cNvPr>
            <p:cNvGrpSpPr/>
            <p:nvPr/>
          </p:nvGrpSpPr>
          <p:grpSpPr>
            <a:xfrm>
              <a:off x="1104900" y="4845855"/>
              <a:ext cx="1016000" cy="431800"/>
              <a:chOff x="1104900" y="5150654"/>
              <a:chExt cx="1016000" cy="431800"/>
            </a:xfrm>
          </p:grpSpPr>
          <p:pic>
            <p:nvPicPr>
              <p:cNvPr id="21" name="Picture 21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04900" y="5150654"/>
                <a:ext cx="1016000" cy="431800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1219200" y="5214154"/>
                <a:ext cx="774700" cy="3048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116199"/>
                  </a:lnSpc>
                </a:pPr>
                <a:r>
                  <a:rPr lang="en-US" sz="1567" b="0" i="0" u="none" strike="noStrike" dirty="0">
                    <a:solidFill>
                      <a:srgbClr val="FFFFFF"/>
                    </a:solidFill>
                    <a:latin typeface="Pretendard Regular"/>
                    <a:ea typeface="Pretendard Regular"/>
                    <a:cs typeface="Pretendard Regular"/>
                  </a:rPr>
                  <a:t>Click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2336800" y="3779055"/>
            <a:ext cx="1562100" cy="34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800" b="0" i="0" u="none" strike="noStrike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rPr>
              <a:t>헤더</a:t>
            </a: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 flipH="1">
            <a:off x="4457700" y="3438123"/>
            <a:ext cx="228600" cy="22860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9EE87915-769A-C09A-5612-466297C9FE18}"/>
              </a:ext>
            </a:extLst>
          </p:cNvPr>
          <p:cNvGrpSpPr/>
          <p:nvPr/>
        </p:nvGrpSpPr>
        <p:grpSpPr>
          <a:xfrm>
            <a:off x="4066794" y="5398810"/>
            <a:ext cx="3038856" cy="1492250"/>
            <a:chOff x="4038600" y="5648605"/>
            <a:chExt cx="3038856" cy="149225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38600" y="5648605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318000" y="5915305"/>
              <a:ext cx="355600" cy="355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4368800" y="595340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5300" y="6423305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9" name="TextBox 29"/>
            <p:cNvSpPr txBox="1"/>
            <p:nvPr/>
          </p:nvSpPr>
          <p:spPr>
            <a:xfrm>
              <a:off x="4457700" y="6523780"/>
              <a:ext cx="1524762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지도 탭 해당 상품만 공개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0" name="Picture 3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299200" y="6499505"/>
              <a:ext cx="254000" cy="2540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4762500" y="5928005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1800" b="0" i="0" u="none" strike="noStrike" err="1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메인</a:t>
              </a:r>
              <a:r>
                <a:rPr 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en-US" sz="1800" b="0" i="0" u="none" strike="noStrike" err="1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영역</a:t>
              </a:r>
              <a:endParaRPr lang="en-US" sz="1800" b="0" i="0" u="none" strike="noStrike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6200000" flipV="1">
              <a:off x="6861556" y="6924955"/>
              <a:ext cx="215900" cy="215900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1D36732-3A2B-F7E4-A20B-C8393A32F248}"/>
              </a:ext>
            </a:extLst>
          </p:cNvPr>
          <p:cNvGrpSpPr/>
          <p:nvPr/>
        </p:nvGrpSpPr>
        <p:grpSpPr>
          <a:xfrm>
            <a:off x="13180552" y="5966106"/>
            <a:ext cx="3073400" cy="1435100"/>
            <a:chOff x="12509500" y="4572000"/>
            <a:chExt cx="3073400" cy="1435100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700000" y="4572000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33" name="Picture 3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992100" y="4851400"/>
              <a:ext cx="355600" cy="3556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13030200" y="4889500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35" name="Picture 3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966700" y="5359400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6" name="TextBox 36"/>
            <p:cNvSpPr txBox="1"/>
            <p:nvPr/>
          </p:nvSpPr>
          <p:spPr>
            <a:xfrm>
              <a:off x="13131800" y="5459875"/>
              <a:ext cx="1207024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페이지 </a:t>
              </a:r>
              <a:r>
                <a:rPr lang="en-US" altLang="ko-KR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&amp; </a:t>
              </a: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회사 안내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7" name="Picture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4973300" y="5435600"/>
              <a:ext cx="254000" cy="2540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3436600" y="4851400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푸터</a:t>
              </a:r>
            </a:p>
          </p:txBody>
        </p:sp>
        <p:pic>
          <p:nvPicPr>
            <p:cNvPr id="41" name="Picture 4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-5400000">
              <a:off x="12509500" y="5791200"/>
              <a:ext cx="215900" cy="215900"/>
            </a:xfrm>
            <a:prstGeom prst="rect">
              <a:avLst/>
            </a:prstGeom>
          </p:spPr>
        </p:pic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CF62B510-CCAE-7158-CEEB-B8618A9C5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1691" t="16849" r="2686" b="30526"/>
          <a:stretch>
            <a:fillRect/>
          </a:stretch>
        </p:blipFill>
        <p:spPr>
          <a:xfrm>
            <a:off x="4321560" y="2806702"/>
            <a:ext cx="9601200" cy="57149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26C72E5-F391-4AC5-BE89-032BA7D06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2726" t="20466" r="2466" b="27649"/>
          <a:stretch>
            <a:fillRect/>
          </a:stretch>
        </p:blipFill>
        <p:spPr>
          <a:xfrm>
            <a:off x="4457700" y="7496436"/>
            <a:ext cx="9519420" cy="81718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7A63790B-00BD-6483-19AE-06841955F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3566" t="2499" r="2474" b="3488"/>
          <a:stretch>
            <a:fillRect/>
          </a:stretch>
        </p:blipFill>
        <p:spPr>
          <a:xfrm>
            <a:off x="7188200" y="3479100"/>
            <a:ext cx="4267200" cy="3832430"/>
          </a:xfrm>
          <a:prstGeom prst="rect">
            <a:avLst/>
          </a:prstGeom>
        </p:spPr>
      </p:pic>
      <p:sp>
        <p:nvSpPr>
          <p:cNvPr id="50" name="TextBox 11">
            <a:extLst>
              <a:ext uri="{FF2B5EF4-FFF2-40B4-BE49-F238E27FC236}">
                <a16:creationId xmlns:a16="http://schemas.microsoft.com/office/drawing/2014/main" id="{A74CE30C-F1EF-3DF4-7AC8-0572030D9C1C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13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6F3DC7C-A7B3-60A1-25F7-C6C06FA56C82}"/>
              </a:ext>
            </a:extLst>
          </p:cNvPr>
          <p:cNvGrpSpPr/>
          <p:nvPr/>
        </p:nvGrpSpPr>
        <p:grpSpPr>
          <a:xfrm>
            <a:off x="3278124" y="6486928"/>
            <a:ext cx="1193800" cy="698500"/>
            <a:chOff x="1104900" y="4579155"/>
            <a:chExt cx="1193800" cy="698500"/>
          </a:xfrm>
        </p:grpSpPr>
        <p:pic>
          <p:nvPicPr>
            <p:cNvPr id="54" name="Picture 22">
              <a:extLst>
                <a:ext uri="{FF2B5EF4-FFF2-40B4-BE49-F238E27FC236}">
                  <a16:creationId xmlns:a16="http://schemas.microsoft.com/office/drawing/2014/main" id="{FD4B31E5-F0B7-F119-6C5D-773197C366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30400" y="4579155"/>
              <a:ext cx="368300" cy="368300"/>
            </a:xfrm>
            <a:prstGeom prst="rect">
              <a:avLst/>
            </a:prstGeom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5CDAF22F-ED95-B873-F678-6371825882E3}"/>
                </a:ext>
              </a:extLst>
            </p:cNvPr>
            <p:cNvGrpSpPr/>
            <p:nvPr/>
          </p:nvGrpSpPr>
          <p:grpSpPr>
            <a:xfrm>
              <a:off x="1104900" y="4845855"/>
              <a:ext cx="1016000" cy="431800"/>
              <a:chOff x="1104900" y="5150654"/>
              <a:chExt cx="1016000" cy="431800"/>
            </a:xfrm>
          </p:grpSpPr>
          <p:pic>
            <p:nvPicPr>
              <p:cNvPr id="56" name="Picture 21">
                <a:extLst>
                  <a:ext uri="{FF2B5EF4-FFF2-40B4-BE49-F238E27FC236}">
                    <a16:creationId xmlns:a16="http://schemas.microsoft.com/office/drawing/2014/main" id="{94641BAD-31DE-50F1-B8FE-6F665D0638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04900" y="5150654"/>
                <a:ext cx="1016000" cy="431800"/>
              </a:xfrm>
              <a:prstGeom prst="rect">
                <a:avLst/>
              </a:prstGeom>
            </p:spPr>
          </p:pic>
          <p:sp>
            <p:nvSpPr>
              <p:cNvPr id="57" name="TextBox 23">
                <a:extLst>
                  <a:ext uri="{FF2B5EF4-FFF2-40B4-BE49-F238E27FC236}">
                    <a16:creationId xmlns:a16="http://schemas.microsoft.com/office/drawing/2014/main" id="{3E423ED3-5233-6E84-9321-7855685F6EDF}"/>
                  </a:ext>
                </a:extLst>
              </p:cNvPr>
              <p:cNvSpPr txBox="1"/>
              <p:nvPr/>
            </p:nvSpPr>
            <p:spPr>
              <a:xfrm>
                <a:off x="1219200" y="5214154"/>
                <a:ext cx="774700" cy="3048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ctr">
                  <a:lnSpc>
                    <a:spcPct val="116199"/>
                  </a:lnSpc>
                </a:pPr>
                <a:r>
                  <a:rPr lang="en-US" sz="1567" b="0" i="0" u="none" strike="noStrike" dirty="0">
                    <a:solidFill>
                      <a:srgbClr val="FFFFFF"/>
                    </a:solidFill>
                    <a:latin typeface="Pretendard Regular"/>
                    <a:ea typeface="Pretendard Regular"/>
                    <a:cs typeface="Pretendard Regular"/>
                  </a:rPr>
                  <a:t>Click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81111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171700"/>
            <a:ext cx="16700500" cy="7023102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1FC555FF-4330-709A-4600-1B7AAC196458}"/>
              </a:ext>
            </a:extLst>
          </p:cNvPr>
          <p:cNvGrpSpPr/>
          <p:nvPr/>
        </p:nvGrpSpPr>
        <p:grpSpPr>
          <a:xfrm>
            <a:off x="812800" y="457200"/>
            <a:ext cx="292100" cy="292100"/>
            <a:chOff x="812800" y="457200"/>
            <a:chExt cx="292100" cy="2921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 ㅣ 프로토타입 화면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LogIn</a:t>
            </a:r>
            <a:r>
              <a:rPr lang="en-US" sz="15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13200" y="2628902"/>
            <a:ext cx="10248900" cy="61214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C6732AD-77E2-5B2C-0C76-AED54BE7E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800" y="3245020"/>
            <a:ext cx="7677150" cy="4781773"/>
          </a:xfrm>
          <a:prstGeom prst="rect">
            <a:avLst/>
          </a:prstGeom>
        </p:spPr>
      </p:pic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9E3EF8-FDEA-A5C5-559E-54C399A43913}"/>
              </a:ext>
            </a:extLst>
          </p:cNvPr>
          <p:cNvGrpSpPr/>
          <p:nvPr/>
        </p:nvGrpSpPr>
        <p:grpSpPr>
          <a:xfrm>
            <a:off x="2183892" y="3149133"/>
            <a:ext cx="3038856" cy="1492250"/>
            <a:chOff x="4038600" y="5648605"/>
            <a:chExt cx="3038856" cy="149225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38600" y="5648605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18000" y="5915305"/>
              <a:ext cx="355600" cy="355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4368800" y="595340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305300" y="6423305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9" name="TextBox 29"/>
            <p:cNvSpPr txBox="1"/>
            <p:nvPr/>
          </p:nvSpPr>
          <p:spPr>
            <a:xfrm>
              <a:off x="4457700" y="6512205"/>
              <a:ext cx="1574800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concept</a:t>
              </a: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에 맞는</a:t>
              </a:r>
              <a:r>
                <a:rPr lang="ko-KR" altLang="en-US" sz="1187" b="0" i="0" u="none" strike="noStrike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 초롱 사진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0" name="Picture 3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99200" y="6499505"/>
              <a:ext cx="254000" cy="2540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4762500" y="5928005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altLang="ko-KR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concept</a:t>
              </a:r>
              <a:r>
                <a:rPr lang="ko-KR" altLang="en-US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 반영</a:t>
              </a:r>
              <a:endParaRPr lang="en-US" sz="1800" b="0" i="0" u="none" strike="noStrike" dirty="0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 flipV="1">
              <a:off x="6861556" y="6924955"/>
              <a:ext cx="215900" cy="215900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1D36732-3A2B-F7E4-A20B-C8393A32F248}"/>
              </a:ext>
            </a:extLst>
          </p:cNvPr>
          <p:cNvGrpSpPr/>
          <p:nvPr/>
        </p:nvGrpSpPr>
        <p:grpSpPr>
          <a:xfrm>
            <a:off x="13269722" y="4791879"/>
            <a:ext cx="3073400" cy="1435100"/>
            <a:chOff x="12509500" y="4572000"/>
            <a:chExt cx="3073400" cy="1435100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700000" y="4572000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33" name="Picture 3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992100" y="4851400"/>
              <a:ext cx="355600" cy="3556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13030200" y="4889500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35" name="Picture 3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966700" y="5359400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6" name="TextBox 36"/>
            <p:cNvSpPr txBox="1"/>
            <p:nvPr/>
          </p:nvSpPr>
          <p:spPr>
            <a:xfrm>
              <a:off x="13131800" y="5459875"/>
              <a:ext cx="1079754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사용자 정보 저장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7" name="Picture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4973300" y="5435600"/>
              <a:ext cx="254000" cy="2540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3436600" y="4851400"/>
              <a:ext cx="17907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로그인</a:t>
              </a:r>
              <a:r>
                <a:rPr lang="en-US" altLang="ko-KR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&amp;</a:t>
              </a:r>
              <a:r>
                <a:rPr lang="ko-KR" altLang="en-US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회원가입</a:t>
              </a:r>
              <a:endParaRPr lang="en-US" sz="1800" b="0" i="0" u="none" strike="noStrike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1" name="Picture 4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-5400000">
              <a:off x="12509500" y="5791200"/>
              <a:ext cx="215900" cy="215900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4EBEACB9-22F3-1F85-0F48-A12600BE75BE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14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146299"/>
            <a:ext cx="16700500" cy="702310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 ㅣ 프로토타입 화면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Product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13200" y="2603501"/>
            <a:ext cx="10248900" cy="61214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9E3EF8-FDEA-A5C5-559E-54C399A43913}"/>
              </a:ext>
            </a:extLst>
          </p:cNvPr>
          <p:cNvGrpSpPr/>
          <p:nvPr/>
        </p:nvGrpSpPr>
        <p:grpSpPr>
          <a:xfrm>
            <a:off x="2183892" y="3123732"/>
            <a:ext cx="3038856" cy="1492250"/>
            <a:chOff x="4038600" y="5648605"/>
            <a:chExt cx="3038856" cy="149225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38600" y="5648605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18000" y="5915305"/>
              <a:ext cx="355600" cy="355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4368800" y="595340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5300" y="6423305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9" name="TextBox 29"/>
            <p:cNvSpPr txBox="1"/>
            <p:nvPr/>
          </p:nvSpPr>
          <p:spPr>
            <a:xfrm>
              <a:off x="4457700" y="6518301"/>
              <a:ext cx="1594676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b="0" i="0" u="none" strike="noStrike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여행지 사진 슬라이더 배치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0" name="Picture 3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299200" y="6499505"/>
              <a:ext cx="254000" cy="2540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4762500" y="5928005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슬라이더</a:t>
              </a:r>
              <a:endParaRPr lang="en-US" sz="1800" b="0" i="0" u="none" strike="noStrike" dirty="0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 flipV="1">
              <a:off x="6861556" y="6924955"/>
              <a:ext cx="215900" cy="215900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1D36732-3A2B-F7E4-A20B-C8393A32F248}"/>
              </a:ext>
            </a:extLst>
          </p:cNvPr>
          <p:cNvGrpSpPr/>
          <p:nvPr/>
        </p:nvGrpSpPr>
        <p:grpSpPr>
          <a:xfrm>
            <a:off x="12876974" y="6591301"/>
            <a:ext cx="3073400" cy="1435100"/>
            <a:chOff x="12509500" y="4572000"/>
            <a:chExt cx="3073400" cy="1435100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700000" y="4572000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33" name="Picture 3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992100" y="4851400"/>
              <a:ext cx="355600" cy="355600"/>
            </a:xfrm>
            <a:prstGeom prst="rect">
              <a:avLst/>
            </a:prstGeom>
          </p:spPr>
        </p:pic>
        <p:sp>
          <p:nvSpPr>
            <p:cNvPr id="34" name="TextBox 34"/>
            <p:cNvSpPr txBox="1"/>
            <p:nvPr/>
          </p:nvSpPr>
          <p:spPr>
            <a:xfrm>
              <a:off x="13030200" y="4889500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35" name="Picture 3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966700" y="5359400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6" name="TextBox 36"/>
            <p:cNvSpPr txBox="1"/>
            <p:nvPr/>
          </p:nvSpPr>
          <p:spPr>
            <a:xfrm>
              <a:off x="13131800" y="5460492"/>
              <a:ext cx="1484694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로그인 시 할인 금액 반영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7" name="Picture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973300" y="5435600"/>
              <a:ext cx="254000" cy="254000"/>
            </a:xfrm>
            <a:prstGeom prst="rect">
              <a:avLst/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13436600" y="4851400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회원</a:t>
              </a:r>
              <a:r>
                <a:rPr lang="en-US" altLang="ko-KR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&amp;</a:t>
              </a:r>
              <a:r>
                <a:rPr lang="ko-KR" altLang="en-US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비회원</a:t>
              </a:r>
              <a:endParaRPr lang="en-US" sz="1800" b="0" i="0" u="none" strike="noStrike" dirty="0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1" name="Picture 4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-5400000">
              <a:off x="12509500" y="5791200"/>
              <a:ext cx="215900" cy="215900"/>
            </a:xfrm>
            <a:prstGeom prst="rect">
              <a:avLst/>
            </a:prstGeom>
          </p:spPr>
        </p:pic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CA9A88C6-6A1D-7A98-E040-193628296BE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663" t="2007" r="2275" b="2920"/>
          <a:stretch>
            <a:fillRect/>
          </a:stretch>
        </p:blipFill>
        <p:spPr>
          <a:xfrm>
            <a:off x="5301742" y="2932596"/>
            <a:ext cx="7496240" cy="5508466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E4073D2E-0120-4B35-1C64-B8850F7EBA15}"/>
              </a:ext>
            </a:extLst>
          </p:cNvPr>
          <p:cNvGrpSpPr/>
          <p:nvPr/>
        </p:nvGrpSpPr>
        <p:grpSpPr>
          <a:xfrm>
            <a:off x="12876974" y="3403132"/>
            <a:ext cx="3112326" cy="1479552"/>
            <a:chOff x="12470574" y="4527548"/>
            <a:chExt cx="3112326" cy="1479552"/>
          </a:xfrm>
        </p:grpSpPr>
        <p:pic>
          <p:nvPicPr>
            <p:cNvPr id="57" name="Picture 32">
              <a:extLst>
                <a:ext uri="{FF2B5EF4-FFF2-40B4-BE49-F238E27FC236}">
                  <a16:creationId xmlns:a16="http://schemas.microsoft.com/office/drawing/2014/main" id="{1C71CD1C-237E-3305-55BA-0BAEDFC0A3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700000" y="4572000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58" name="Picture 33">
              <a:extLst>
                <a:ext uri="{FF2B5EF4-FFF2-40B4-BE49-F238E27FC236}">
                  <a16:creationId xmlns:a16="http://schemas.microsoft.com/office/drawing/2014/main" id="{4CBA958E-C471-7FC1-5966-DF3BE46AFB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992100" y="4851400"/>
              <a:ext cx="355600" cy="355600"/>
            </a:xfrm>
            <a:prstGeom prst="rect">
              <a:avLst/>
            </a:prstGeom>
          </p:spPr>
        </p:pic>
        <p:sp>
          <p:nvSpPr>
            <p:cNvPr id="59" name="TextBox 34">
              <a:extLst>
                <a:ext uri="{FF2B5EF4-FFF2-40B4-BE49-F238E27FC236}">
                  <a16:creationId xmlns:a16="http://schemas.microsoft.com/office/drawing/2014/main" id="{BE726C3B-CC7D-D9DA-5A4F-2036A18329FE}"/>
                </a:ext>
              </a:extLst>
            </p:cNvPr>
            <p:cNvSpPr txBox="1"/>
            <p:nvPr/>
          </p:nvSpPr>
          <p:spPr>
            <a:xfrm>
              <a:off x="13030200" y="4889500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60" name="Picture 35">
              <a:extLst>
                <a:ext uri="{FF2B5EF4-FFF2-40B4-BE49-F238E27FC236}">
                  <a16:creationId xmlns:a16="http://schemas.microsoft.com/office/drawing/2014/main" id="{7A43A579-A8F1-0826-7149-66696AD336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966700" y="5359400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61" name="TextBox 36">
              <a:extLst>
                <a:ext uri="{FF2B5EF4-FFF2-40B4-BE49-F238E27FC236}">
                  <a16:creationId xmlns:a16="http://schemas.microsoft.com/office/drawing/2014/main" id="{7EF7A006-AF97-1502-45E4-050AD0A46AC4}"/>
                </a:ext>
              </a:extLst>
            </p:cNvPr>
            <p:cNvSpPr txBox="1"/>
            <p:nvPr/>
          </p:nvSpPr>
          <p:spPr>
            <a:xfrm>
              <a:off x="13131800" y="5460492"/>
              <a:ext cx="1445768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dirty="0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상품별 소개 데이터 반영</a:t>
              </a:r>
              <a:endParaRPr lang="en-US" sz="1187" b="0" i="0" u="none" strike="noStrike" dirty="0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2" name="Picture 37">
              <a:extLst>
                <a:ext uri="{FF2B5EF4-FFF2-40B4-BE49-F238E27FC236}">
                  <a16:creationId xmlns:a16="http://schemas.microsoft.com/office/drawing/2014/main" id="{68725D58-15EF-5E2E-C822-B9EC422786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973300" y="5435600"/>
              <a:ext cx="254000" cy="254000"/>
            </a:xfrm>
            <a:prstGeom prst="rect">
              <a:avLst/>
            </a:prstGeom>
          </p:spPr>
        </p:pic>
        <p:sp>
          <p:nvSpPr>
            <p:cNvPr id="63" name="TextBox 38">
              <a:extLst>
                <a:ext uri="{FF2B5EF4-FFF2-40B4-BE49-F238E27FC236}">
                  <a16:creationId xmlns:a16="http://schemas.microsoft.com/office/drawing/2014/main" id="{AEED8E01-5E73-CC4B-51B6-302C86B6C2BE}"/>
                </a:ext>
              </a:extLst>
            </p:cNvPr>
            <p:cNvSpPr txBox="1"/>
            <p:nvPr/>
          </p:nvSpPr>
          <p:spPr>
            <a:xfrm>
              <a:off x="13436600" y="4851400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dirty="0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상품 데이터</a:t>
              </a:r>
              <a:endParaRPr lang="en-US" sz="1800" b="0" i="0" u="none" strike="noStrike" dirty="0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4" name="Picture 41">
              <a:extLst>
                <a:ext uri="{FF2B5EF4-FFF2-40B4-BE49-F238E27FC236}">
                  <a16:creationId xmlns:a16="http://schemas.microsoft.com/office/drawing/2014/main" id="{ADF2E233-9266-9414-4105-677CF7E885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 flipH="1">
              <a:off x="12470574" y="4527548"/>
              <a:ext cx="215901" cy="215901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977D566F-4307-B65A-9968-D22480FD95A8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15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849564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171700"/>
            <a:ext cx="16700500" cy="702310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기획 ㅣ 프로토타입 화면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Review Page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13200" y="2628902"/>
            <a:ext cx="10248900" cy="61214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9E3EF8-FDEA-A5C5-559E-54C399A43913}"/>
              </a:ext>
            </a:extLst>
          </p:cNvPr>
          <p:cNvGrpSpPr/>
          <p:nvPr/>
        </p:nvGrpSpPr>
        <p:grpSpPr>
          <a:xfrm>
            <a:off x="1232979" y="6038854"/>
            <a:ext cx="3038856" cy="1492250"/>
            <a:chOff x="4038600" y="5648605"/>
            <a:chExt cx="3038856" cy="1492250"/>
          </a:xfrm>
        </p:grpSpPr>
        <p:pic>
          <p:nvPicPr>
            <p:cNvPr id="25" name="Picture 25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38600" y="5648605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18000" y="5915305"/>
              <a:ext cx="355600" cy="355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4368800" y="595340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5300" y="6423305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9" name="TextBox 29"/>
            <p:cNvSpPr txBox="1"/>
            <p:nvPr/>
          </p:nvSpPr>
          <p:spPr>
            <a:xfrm>
              <a:off x="4457700" y="6512205"/>
              <a:ext cx="1790700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사용자 아이디</a:t>
              </a:r>
              <a:r>
                <a:rPr lang="en-US" altLang="ko-KR" sz="1187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1187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리뷰 등</a:t>
              </a:r>
              <a:endParaRPr lang="en-US" sz="1187" b="0" i="0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0" name="Picture 3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299200" y="6499505"/>
              <a:ext cx="254000" cy="254000"/>
            </a:xfrm>
            <a:prstGeom prst="rect">
              <a:avLst/>
            </a:prstGeom>
          </p:spPr>
        </p:pic>
        <p:sp>
          <p:nvSpPr>
            <p:cNvPr id="31" name="TextBox 31"/>
            <p:cNvSpPr txBox="1"/>
            <p:nvPr/>
          </p:nvSpPr>
          <p:spPr>
            <a:xfrm>
              <a:off x="4762500" y="5928005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사용자</a:t>
              </a:r>
              <a:r>
                <a:rPr 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ko-KR" alt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데이터</a:t>
              </a:r>
              <a:endParaRPr lang="en-US" sz="1800" b="0" i="0" u="none" strike="noStrike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 flipV="1">
              <a:off x="6861556" y="6924955"/>
              <a:ext cx="215900" cy="215900"/>
            </a:xfrm>
            <a:prstGeom prst="rect">
              <a:avLst/>
            </a:prstGeom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4073D2E-0120-4B35-1C64-B8850F7EBA15}"/>
              </a:ext>
            </a:extLst>
          </p:cNvPr>
          <p:cNvGrpSpPr/>
          <p:nvPr/>
        </p:nvGrpSpPr>
        <p:grpSpPr>
          <a:xfrm>
            <a:off x="13988796" y="4342933"/>
            <a:ext cx="3112326" cy="1479552"/>
            <a:chOff x="12470574" y="4527548"/>
            <a:chExt cx="3112326" cy="1479552"/>
          </a:xfrm>
        </p:grpSpPr>
        <p:pic>
          <p:nvPicPr>
            <p:cNvPr id="57" name="Picture 32">
              <a:extLst>
                <a:ext uri="{FF2B5EF4-FFF2-40B4-BE49-F238E27FC236}">
                  <a16:creationId xmlns:a16="http://schemas.microsoft.com/office/drawing/2014/main" id="{1C71CD1C-237E-3305-55BA-0BAEDFC0A3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2700000" y="4572000"/>
              <a:ext cx="2882900" cy="1435100"/>
            </a:xfrm>
            <a:prstGeom prst="rect">
              <a:avLst/>
            </a:prstGeom>
            <a:effectLst>
              <a:outerShdw blurRad="215741" dist="143828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58" name="Picture 33">
              <a:extLst>
                <a:ext uri="{FF2B5EF4-FFF2-40B4-BE49-F238E27FC236}">
                  <a16:creationId xmlns:a16="http://schemas.microsoft.com/office/drawing/2014/main" id="{4CBA958E-C471-7FC1-5966-DF3BE46AFB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992100" y="4851400"/>
              <a:ext cx="355600" cy="355600"/>
            </a:xfrm>
            <a:prstGeom prst="rect">
              <a:avLst/>
            </a:prstGeom>
          </p:spPr>
        </p:pic>
        <p:sp>
          <p:nvSpPr>
            <p:cNvPr id="59" name="TextBox 34">
              <a:extLst>
                <a:ext uri="{FF2B5EF4-FFF2-40B4-BE49-F238E27FC236}">
                  <a16:creationId xmlns:a16="http://schemas.microsoft.com/office/drawing/2014/main" id="{BE726C3B-CC7D-D9DA-5A4F-2036A18329FE}"/>
                </a:ext>
              </a:extLst>
            </p:cNvPr>
            <p:cNvSpPr txBox="1"/>
            <p:nvPr/>
          </p:nvSpPr>
          <p:spPr>
            <a:xfrm>
              <a:off x="13030200" y="4889500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M</a:t>
              </a:r>
            </a:p>
          </p:txBody>
        </p:sp>
        <p:pic>
          <p:nvPicPr>
            <p:cNvPr id="60" name="Picture 35">
              <a:extLst>
                <a:ext uri="{FF2B5EF4-FFF2-40B4-BE49-F238E27FC236}">
                  <a16:creationId xmlns:a16="http://schemas.microsoft.com/office/drawing/2014/main" id="{7A43A579-A8F1-0826-7149-66696AD336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2966700" y="5359400"/>
              <a:ext cx="2349500" cy="419100"/>
            </a:xfrm>
            <a:prstGeom prst="rect">
              <a:avLst/>
            </a:prstGeom>
            <a:effectLst>
              <a:outerShdw blurRad="62865" dist="41910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61" name="TextBox 36">
              <a:extLst>
                <a:ext uri="{FF2B5EF4-FFF2-40B4-BE49-F238E27FC236}">
                  <a16:creationId xmlns:a16="http://schemas.microsoft.com/office/drawing/2014/main" id="{7EF7A006-AF97-1502-45E4-050AD0A46AC4}"/>
                </a:ext>
              </a:extLst>
            </p:cNvPr>
            <p:cNvSpPr txBox="1"/>
            <p:nvPr/>
          </p:nvSpPr>
          <p:spPr>
            <a:xfrm>
              <a:off x="13131800" y="5448300"/>
              <a:ext cx="1762506" cy="241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1187" b="0" i="0" u="none" strike="noStrike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로그인 후 후기 작성 가능</a:t>
              </a:r>
              <a:endParaRPr lang="en-US" sz="1187" b="0" i="0" u="none" strike="noStrike">
                <a:solidFill>
                  <a:srgbClr val="9E9E9E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2" name="Picture 37">
              <a:extLst>
                <a:ext uri="{FF2B5EF4-FFF2-40B4-BE49-F238E27FC236}">
                  <a16:creationId xmlns:a16="http://schemas.microsoft.com/office/drawing/2014/main" id="{68725D58-15EF-5E2E-C822-B9EC422786D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4973300" y="5435600"/>
              <a:ext cx="254000" cy="254000"/>
            </a:xfrm>
            <a:prstGeom prst="rect">
              <a:avLst/>
            </a:prstGeom>
          </p:spPr>
        </p:pic>
        <p:sp>
          <p:nvSpPr>
            <p:cNvPr id="63" name="TextBox 38">
              <a:extLst>
                <a:ext uri="{FF2B5EF4-FFF2-40B4-BE49-F238E27FC236}">
                  <a16:creationId xmlns:a16="http://schemas.microsoft.com/office/drawing/2014/main" id="{AEED8E01-5E73-CC4B-51B6-302C86B6C2BE}"/>
                </a:ext>
              </a:extLst>
            </p:cNvPr>
            <p:cNvSpPr txBox="1"/>
            <p:nvPr/>
          </p:nvSpPr>
          <p:spPr>
            <a:xfrm>
              <a:off x="13436600" y="4851400"/>
              <a:ext cx="1562100" cy="342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00" b="0" i="0" u="none" strike="noStrike">
                  <a:solidFill>
                    <a:srgbClr val="252525"/>
                  </a:solidFill>
                  <a:latin typeface="Pretendard Regular"/>
                  <a:ea typeface="Pretendard Regular"/>
                  <a:cs typeface="Pretendard Regular"/>
                </a:rPr>
                <a:t>로그인 기능</a:t>
              </a:r>
              <a:endParaRPr lang="en-US" sz="1800" b="0" i="0" u="none" strike="noStrike">
                <a:solidFill>
                  <a:srgbClr val="252525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4" name="Picture 41">
              <a:extLst>
                <a:ext uri="{FF2B5EF4-FFF2-40B4-BE49-F238E27FC236}">
                  <a16:creationId xmlns:a16="http://schemas.microsoft.com/office/drawing/2014/main" id="{ADF2E233-9266-9414-4105-677CF7E885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6200000" flipH="1">
              <a:off x="12470574" y="4527548"/>
              <a:ext cx="215901" cy="215901"/>
            </a:xfrm>
            <a:prstGeom prst="rect">
              <a:avLst/>
            </a:prstGeom>
          </p:spPr>
        </p:pic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0A2FF4C8-811C-A2F3-F3D9-D2E8654E442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8957" y="2851152"/>
            <a:ext cx="9677400" cy="5676900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5CA85B7A-AA40-356B-E9C5-85CDCCE08E98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16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3406672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750" y="2171700"/>
            <a:ext cx="16700500" cy="7086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altLang="ko-KR" sz="1908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실제</a:t>
            </a:r>
            <a:r>
              <a:rPr lang="en-US" altLang="ko-KR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1908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구현기능</a:t>
            </a:r>
            <a:r>
              <a:rPr lang="en-US" altLang="ko-KR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ㅣ </a:t>
            </a:r>
            <a:r>
              <a:rPr lang="ko-KR" altLang="en-US" sz="1908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기능</a:t>
            </a:r>
            <a:endParaRPr lang="en-US" altLang="ko-KR" sz="1908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User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35600" y="2616200"/>
            <a:ext cx="7416800" cy="1066800"/>
          </a:xfrm>
          <a:prstGeom prst="rect">
            <a:avLst/>
          </a:prstGeom>
          <a:effectLst>
            <a:outerShdw blurRad="85344" dist="49237" dir="2700000">
              <a:srgbClr val="595959">
                <a:alpha val="45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5435600" y="2895600"/>
            <a:ext cx="7416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86" b="0" i="0" u="none" strike="noStrike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메인페이지</a:t>
            </a:r>
            <a:endParaRPr lang="en-US" sz="2786" b="0" i="0" u="none" strike="noStrike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11978" y="4451350"/>
            <a:ext cx="3619500" cy="749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5411978" y="4565650"/>
            <a:ext cx="3619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8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상품</a:t>
            </a:r>
            <a:r>
              <a:rPr lang="en-US" sz="2786" b="0" i="0" u="none" strike="noStrike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endParaRPr lang="en-US" sz="2786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42646" y="4451350"/>
            <a:ext cx="3619500" cy="7493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042646" y="4565650"/>
            <a:ext cx="3619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공지</a:t>
            </a:r>
            <a:r>
              <a:rPr lang="en-US" altLang="ko-KR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lang="ko-KR" altLang="en-US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문의 </a:t>
            </a:r>
            <a:r>
              <a:rPr lang="en-US" sz="2786" b="0" i="0" u="none" strike="noStrike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endParaRPr lang="en-US" sz="2786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65300" y="7138670"/>
            <a:ext cx="3263900" cy="7493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765300" y="7240270"/>
            <a:ext cx="32639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786" b="0" i="0" u="none" strike="noStrike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로그인</a:t>
            </a:r>
            <a:r>
              <a:rPr lang="en-US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· </a:t>
            </a:r>
            <a:r>
              <a:rPr lang="ko-KR" altLang="en-US" sz="278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회원가입</a:t>
            </a:r>
            <a:endParaRPr lang="en-US" sz="2786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23400" y="7138670"/>
            <a:ext cx="3263900" cy="7493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423400" y="7252970"/>
            <a:ext cx="32639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결제 · 후기</a:t>
            </a:r>
          </a:p>
        </p:txBody>
      </p:sp>
      <p:pic>
        <p:nvPicPr>
          <p:cNvPr id="31" name="Picture 20">
            <a:extLst>
              <a:ext uri="{FF2B5EF4-FFF2-40B4-BE49-F238E27FC236}">
                <a16:creationId xmlns:a16="http://schemas.microsoft.com/office/drawing/2014/main" id="{E1581250-F10E-AEE5-CE66-C7145CC1B7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00200" y="4451350"/>
            <a:ext cx="3619500" cy="749300"/>
          </a:xfrm>
          <a:prstGeom prst="rect">
            <a:avLst/>
          </a:prstGeom>
        </p:spPr>
      </p:pic>
      <p:sp>
        <p:nvSpPr>
          <p:cNvPr id="32" name="TextBox 21">
            <a:extLst>
              <a:ext uri="{FF2B5EF4-FFF2-40B4-BE49-F238E27FC236}">
                <a16:creationId xmlns:a16="http://schemas.microsoft.com/office/drawing/2014/main" id="{2C2A3D8F-CBEF-0362-BC36-0B1DD15381E9}"/>
              </a:ext>
            </a:extLst>
          </p:cNvPr>
          <p:cNvSpPr txBox="1"/>
          <p:nvPr/>
        </p:nvSpPr>
        <p:spPr>
          <a:xfrm>
            <a:off x="1600200" y="4565650"/>
            <a:ext cx="3619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8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로그인</a:t>
            </a:r>
            <a:r>
              <a:rPr lang="en-US" sz="2786" b="0" i="0" u="none" strike="noStrike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endParaRPr lang="en-US" sz="2786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34" name="Picture 20">
            <a:extLst>
              <a:ext uri="{FF2B5EF4-FFF2-40B4-BE49-F238E27FC236}">
                <a16:creationId xmlns:a16="http://schemas.microsoft.com/office/drawing/2014/main" id="{01C3F152-1459-F644-6493-2B10B8FDB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3756" y="4451350"/>
            <a:ext cx="3619500" cy="749300"/>
          </a:xfrm>
          <a:prstGeom prst="rect">
            <a:avLst/>
          </a:prstGeom>
        </p:spPr>
      </p:pic>
      <p:sp>
        <p:nvSpPr>
          <p:cNvPr id="35" name="TextBox 21">
            <a:extLst>
              <a:ext uri="{FF2B5EF4-FFF2-40B4-BE49-F238E27FC236}">
                <a16:creationId xmlns:a16="http://schemas.microsoft.com/office/drawing/2014/main" id="{C9312E1C-2610-D484-A928-4CF466556A84}"/>
              </a:ext>
            </a:extLst>
          </p:cNvPr>
          <p:cNvSpPr txBox="1"/>
          <p:nvPr/>
        </p:nvSpPr>
        <p:spPr>
          <a:xfrm>
            <a:off x="9223756" y="4565650"/>
            <a:ext cx="3619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278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후기</a:t>
            </a:r>
            <a:r>
              <a:rPr lang="en-US" sz="2786" b="0" i="0" u="none" strike="noStrike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페이지</a:t>
            </a:r>
            <a:endParaRPr lang="en-US" sz="2786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AF367058-3DBF-748E-6DAD-5D843ED445F0}"/>
              </a:ext>
            </a:extLst>
          </p:cNvPr>
          <p:cNvCxnSpPr>
            <a:cxnSpLocks/>
            <a:stCxn id="31" idx="0"/>
            <a:endCxn id="16" idx="2"/>
          </p:cNvCxnSpPr>
          <p:nvPr/>
        </p:nvCxnSpPr>
        <p:spPr>
          <a:xfrm rot="5400000" flipH="1" flipV="1">
            <a:off x="5892800" y="1200150"/>
            <a:ext cx="768350" cy="57340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F47D4284-41A6-9AA3-6C27-9AD9C7B5E9FE}"/>
              </a:ext>
            </a:extLst>
          </p:cNvPr>
          <p:cNvCxnSpPr>
            <a:cxnSpLocks/>
            <a:stCxn id="18" idx="0"/>
            <a:endCxn id="16" idx="2"/>
          </p:cNvCxnSpPr>
          <p:nvPr/>
        </p:nvCxnSpPr>
        <p:spPr>
          <a:xfrm rot="5400000" flipH="1" flipV="1">
            <a:off x="7798689" y="3106039"/>
            <a:ext cx="768350" cy="192227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9A6D957B-4DAD-87C1-4121-48236C5FE23E}"/>
              </a:ext>
            </a:extLst>
          </p:cNvPr>
          <p:cNvCxnSpPr>
            <a:cxnSpLocks/>
            <a:stCxn id="34" idx="0"/>
            <a:endCxn id="16" idx="2"/>
          </p:cNvCxnSpPr>
          <p:nvPr/>
        </p:nvCxnSpPr>
        <p:spPr>
          <a:xfrm rot="16200000" flipV="1">
            <a:off x="9704578" y="3122422"/>
            <a:ext cx="768350" cy="188950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745BB1F2-E583-523D-C809-285BFF57591A}"/>
              </a:ext>
            </a:extLst>
          </p:cNvPr>
          <p:cNvCxnSpPr>
            <a:cxnSpLocks/>
            <a:stCxn id="20" idx="0"/>
            <a:endCxn id="16" idx="2"/>
          </p:cNvCxnSpPr>
          <p:nvPr/>
        </p:nvCxnSpPr>
        <p:spPr>
          <a:xfrm rot="16200000" flipV="1">
            <a:off x="11614023" y="1212977"/>
            <a:ext cx="768350" cy="570839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E31B12D-389B-A667-5805-BF6CFF065C9B}"/>
              </a:ext>
            </a:extLst>
          </p:cNvPr>
          <p:cNvCxnSpPr>
            <a:stCxn id="31" idx="2"/>
            <a:endCxn id="26" idx="0"/>
          </p:cNvCxnSpPr>
          <p:nvPr/>
        </p:nvCxnSpPr>
        <p:spPr>
          <a:xfrm flipH="1">
            <a:off x="3397250" y="5200650"/>
            <a:ext cx="12700" cy="193802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8C4AD23D-1F1F-C2B4-FDAC-61D05BEB0841}"/>
              </a:ext>
            </a:extLst>
          </p:cNvPr>
          <p:cNvCxnSpPr>
            <a:cxnSpLocks/>
            <a:stCxn id="20" idx="2"/>
            <a:endCxn id="28" idx="0"/>
          </p:cNvCxnSpPr>
          <p:nvPr/>
        </p:nvCxnSpPr>
        <p:spPr>
          <a:xfrm rot="5400000">
            <a:off x="11984863" y="4271137"/>
            <a:ext cx="1938020" cy="3797046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424627B3-3B7F-5F93-A191-C24DEF12C29D}"/>
              </a:ext>
            </a:extLst>
          </p:cNvPr>
          <p:cNvCxnSpPr>
            <a:cxnSpLocks/>
            <a:stCxn id="18" idx="2"/>
            <a:endCxn id="28" idx="0"/>
          </p:cNvCxnSpPr>
          <p:nvPr/>
        </p:nvCxnSpPr>
        <p:spPr>
          <a:xfrm rot="16200000" flipH="1">
            <a:off x="8169529" y="4252849"/>
            <a:ext cx="1938020" cy="383362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11">
            <a:extLst>
              <a:ext uri="{FF2B5EF4-FFF2-40B4-BE49-F238E27FC236}">
                <a16:creationId xmlns:a16="http://schemas.microsoft.com/office/drawing/2014/main" id="{C0572C9B-59A5-9C9B-33EB-0928D438B5BB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17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3022122"/>
            <a:ext cx="16700500" cy="561387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3200" y="1244600"/>
            <a:ext cx="26543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001000" y="1346200"/>
            <a:ext cx="22987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User Flow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C2895B98-CA82-4F6E-0A30-D063BD2A43FE}"/>
              </a:ext>
            </a:extLst>
          </p:cNvPr>
          <p:cNvGrpSpPr/>
          <p:nvPr/>
        </p:nvGrpSpPr>
        <p:grpSpPr>
          <a:xfrm>
            <a:off x="4845483" y="3518543"/>
            <a:ext cx="11971499" cy="2184400"/>
            <a:chOff x="6007100" y="3553460"/>
            <a:chExt cx="10401300" cy="2184400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07100" y="3553460"/>
              <a:ext cx="10401300" cy="2184400"/>
            </a:xfrm>
            <a:prstGeom prst="rect">
              <a:avLst/>
            </a:prstGeom>
            <a:effectLst>
              <a:outerShdw blurRad="174498" dist="100672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17" name="TextBox 17"/>
            <p:cNvSpPr txBox="1"/>
            <p:nvPr/>
          </p:nvSpPr>
          <p:spPr>
            <a:xfrm>
              <a:off x="6635750" y="3862348"/>
              <a:ext cx="9144000" cy="151991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b="0" i="0" u="none" strike="noStrike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회원가</a:t>
              </a:r>
              <a:r>
                <a:rPr lang="ko-KR" altLang="en-US" sz="22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할인 가격 노출 </a:t>
              </a: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및 </a:t>
              </a:r>
              <a:r>
                <a:rPr lang="ko-KR" altLang="en-US" sz="22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결제</a:t>
              </a:r>
              <a:endParaRPr lang="en-US" altLang="ko-KR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후기 확인 및 후기 작성 가능</a:t>
              </a:r>
              <a:endParaRPr lang="en-US" alt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상품 추천</a:t>
              </a:r>
              <a:r>
                <a:rPr lang="en-US" altLang="ko-KR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일대일 문의 등</a:t>
              </a:r>
              <a:endParaRPr lang="en-US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41688CE-D0B1-DB08-8E1A-3DB3B5A71BA0}"/>
              </a:ext>
            </a:extLst>
          </p:cNvPr>
          <p:cNvGrpSpPr/>
          <p:nvPr/>
        </p:nvGrpSpPr>
        <p:grpSpPr>
          <a:xfrm>
            <a:off x="4845484" y="5936591"/>
            <a:ext cx="11971498" cy="2184400"/>
            <a:chOff x="6007100" y="5877560"/>
            <a:chExt cx="10401300" cy="2184400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07100" y="5877560"/>
              <a:ext cx="10401300" cy="2184400"/>
            </a:xfrm>
            <a:prstGeom prst="rect">
              <a:avLst/>
            </a:prstGeom>
            <a:effectLst>
              <a:outerShdw blurRad="174498" dist="100672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18" name="TextBox 18"/>
            <p:cNvSpPr txBox="1"/>
            <p:nvPr/>
          </p:nvSpPr>
          <p:spPr>
            <a:xfrm>
              <a:off x="6635750" y="6092534"/>
              <a:ext cx="9271000" cy="163668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b="0" i="0" u="none" strike="noStrike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정상가</a:t>
              </a:r>
              <a:r>
                <a:rPr lang="ko-KR" altLang="en-US" sz="22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노출 및 결제</a:t>
              </a:r>
              <a:endParaRPr lang="en-US" altLang="ko-KR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회원 이용기능 시도할 시</a:t>
              </a:r>
              <a:r>
                <a:rPr lang="en-US" altLang="ko-KR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로그인 페이지 이동</a:t>
              </a:r>
              <a:endParaRPr lang="en-US" alt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53873" lvl="1" indent="-253873" algn="l">
                <a:lnSpc>
                  <a:spcPct val="150000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로그인 혜택 내용 추가 노출</a:t>
              </a:r>
              <a:endParaRPr lang="en-US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98DE1E0-6C60-C44A-451F-3D4B02C14AE4}"/>
              </a:ext>
            </a:extLst>
          </p:cNvPr>
          <p:cNvGrpSpPr/>
          <p:nvPr/>
        </p:nvGrpSpPr>
        <p:grpSpPr>
          <a:xfrm>
            <a:off x="1471017" y="3578108"/>
            <a:ext cx="3162300" cy="2061335"/>
            <a:chOff x="5956676" y="3540760"/>
            <a:chExt cx="3162300" cy="2061335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956676" y="3540760"/>
              <a:ext cx="3162300" cy="206133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639356" y="4391660"/>
              <a:ext cx="1919021" cy="4314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회원</a:t>
              </a:r>
              <a:r>
                <a:rPr lang="en-US" altLang="ko-KR" sz="25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(</a:t>
              </a:r>
              <a:r>
                <a:rPr lang="ko-KR" altLang="en-US" sz="25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로그인 </a:t>
              </a:r>
              <a:r>
                <a:rPr lang="en-US" altLang="ko-KR" sz="25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0)</a:t>
              </a:r>
              <a:endParaRPr lang="en-US" sz="25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1" name="Picture 2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68843" y="3732512"/>
              <a:ext cx="313199" cy="371520"/>
            </a:xfrm>
            <a:prstGeom prst="rect">
              <a:avLst/>
            </a:prstGeom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7E599FB8-F80B-7F1C-A81E-8FC0968381A1}"/>
              </a:ext>
            </a:extLst>
          </p:cNvPr>
          <p:cNvGrpSpPr/>
          <p:nvPr/>
        </p:nvGrpSpPr>
        <p:grpSpPr>
          <a:xfrm>
            <a:off x="1471017" y="6007724"/>
            <a:ext cx="3162300" cy="2061335"/>
            <a:chOff x="5956676" y="5733925"/>
            <a:chExt cx="3162300" cy="2061335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956676" y="5733925"/>
              <a:ext cx="3162300" cy="206133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6714416" y="6548871"/>
              <a:ext cx="1636718" cy="44342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500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비회원</a:t>
              </a:r>
              <a:endParaRPr lang="en-US" sz="2500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2" name="Picture 2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68843" y="5925677"/>
              <a:ext cx="313199" cy="371520"/>
            </a:xfrm>
            <a:prstGeom prst="rect">
              <a:avLst/>
            </a:prstGeom>
          </p:spPr>
        </p:pic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AB6DADD7-5418-CCD0-7426-E59D2F1F3900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18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CD11B9FA-5D25-D24C-E0A2-2765190E7006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F4BC7AF-2361-725F-9F49-EE44A46DE231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2AB51ACD-77C8-0518-E591-EE3C8B635E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27" name="Picture 5">
              <a:extLst>
                <a:ext uri="{FF2B5EF4-FFF2-40B4-BE49-F238E27FC236}">
                  <a16:creationId xmlns:a16="http://schemas.microsoft.com/office/drawing/2014/main" id="{49F14730-23CB-AE9F-5663-50255022E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272CD4A5-89F1-AD1B-692C-2551432CD296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회원</a:t>
              </a:r>
              <a:r>
                <a:rPr lang="en-US" altLang="ko-KR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/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비회원 차이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12FDC8E8-B0DF-DE70-BF41-F3E42CC1CC59}"/>
              </a:ext>
            </a:extLst>
          </p:cNvPr>
          <p:cNvGrpSpPr/>
          <p:nvPr/>
        </p:nvGrpSpPr>
        <p:grpSpPr>
          <a:xfrm>
            <a:off x="12963832" y="3967108"/>
            <a:ext cx="4141840" cy="4577084"/>
            <a:chOff x="4114800" y="5232400"/>
            <a:chExt cx="3746500" cy="4140200"/>
          </a:xfrm>
        </p:grpSpPr>
        <p:pic>
          <p:nvPicPr>
            <p:cNvPr id="30" name="Picture 13">
              <a:extLst>
                <a:ext uri="{FF2B5EF4-FFF2-40B4-BE49-F238E27FC236}">
                  <a16:creationId xmlns:a16="http://schemas.microsoft.com/office/drawing/2014/main" id="{520C757D-659E-38C0-767C-152006A99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114800" y="5232400"/>
              <a:ext cx="3746500" cy="4140200"/>
            </a:xfrm>
            <a:prstGeom prst="rect">
              <a:avLst/>
            </a:prstGeom>
          </p:spPr>
        </p:pic>
        <p:pic>
          <p:nvPicPr>
            <p:cNvPr id="31" name="Picture 19">
              <a:extLst>
                <a:ext uri="{FF2B5EF4-FFF2-40B4-BE49-F238E27FC236}">
                  <a16:creationId xmlns:a16="http://schemas.microsoft.com/office/drawing/2014/main" id="{DE91B409-670D-6755-A7B0-AB8D7568F4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75200" y="6235700"/>
              <a:ext cx="2425700" cy="2311400"/>
            </a:xfrm>
            <a:prstGeom prst="rect">
              <a:avLst/>
            </a:prstGeom>
            <a:effectLst>
              <a:outerShdw blurRad="345758" dist="230505" dir="2700000">
                <a:srgbClr val="0E6D62">
                  <a:alpha val="30000"/>
                </a:srgbClr>
              </a:outerShdw>
            </a:effectLst>
          </p:spPr>
        </p:pic>
        <p:pic>
          <p:nvPicPr>
            <p:cNvPr id="32" name="Picture 20">
              <a:extLst>
                <a:ext uri="{FF2B5EF4-FFF2-40B4-BE49-F238E27FC236}">
                  <a16:creationId xmlns:a16="http://schemas.microsoft.com/office/drawing/2014/main" id="{9F2B7CF0-3C89-5E6F-BF95-3DACB498FD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03800" y="7429500"/>
              <a:ext cx="1968500" cy="355600"/>
            </a:xfrm>
            <a:prstGeom prst="rect">
              <a:avLst/>
            </a:prstGeom>
            <a:effectLst>
              <a:outerShdw blurRad="52864" dist="3524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3" name="TextBox 21">
              <a:extLst>
                <a:ext uri="{FF2B5EF4-FFF2-40B4-BE49-F238E27FC236}">
                  <a16:creationId xmlns:a16="http://schemas.microsoft.com/office/drawing/2014/main" id="{66B42691-F35B-A59B-62E8-39E8384B1328}"/>
                </a:ext>
              </a:extLst>
            </p:cNvPr>
            <p:cNvSpPr txBox="1"/>
            <p:nvPr/>
          </p:nvSpPr>
          <p:spPr>
            <a:xfrm>
              <a:off x="5156200" y="7505700"/>
              <a:ext cx="10414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993" b="0" i="0" u="none" strike="noStrike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비밀번호</a:t>
              </a:r>
            </a:p>
          </p:txBody>
        </p:sp>
        <p:sp>
          <p:nvSpPr>
            <p:cNvPr id="34" name="TextBox 22">
              <a:extLst>
                <a:ext uri="{FF2B5EF4-FFF2-40B4-BE49-F238E27FC236}">
                  <a16:creationId xmlns:a16="http://schemas.microsoft.com/office/drawing/2014/main" id="{720C1C1C-64E9-3749-CCBD-856377BCB0DD}"/>
                </a:ext>
              </a:extLst>
            </p:cNvPr>
            <p:cNvSpPr txBox="1"/>
            <p:nvPr/>
          </p:nvSpPr>
          <p:spPr>
            <a:xfrm>
              <a:off x="5346700" y="6654800"/>
              <a:ext cx="12954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834" b="0" i="0" u="none" strike="noStrike">
                  <a:solidFill>
                    <a:srgbClr val="0E6D62"/>
                  </a:solidFill>
                  <a:latin typeface="Pretendard Regular"/>
                  <a:ea typeface="Pretendard Regular"/>
                  <a:cs typeface="Pretendard Regular"/>
                </a:rPr>
                <a:t>Login</a:t>
              </a:r>
            </a:p>
          </p:txBody>
        </p:sp>
        <p:pic>
          <p:nvPicPr>
            <p:cNvPr id="35" name="Picture 23">
              <a:extLst>
                <a:ext uri="{FF2B5EF4-FFF2-40B4-BE49-F238E27FC236}">
                  <a16:creationId xmlns:a16="http://schemas.microsoft.com/office/drawing/2014/main" id="{7124A5EA-7742-6D0F-8AE8-09B35185EA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003800" y="7061200"/>
              <a:ext cx="1968500" cy="355600"/>
            </a:xfrm>
            <a:prstGeom prst="rect">
              <a:avLst/>
            </a:prstGeom>
            <a:effectLst>
              <a:outerShdw blurRad="52864" dist="3524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6" name="TextBox 24">
              <a:extLst>
                <a:ext uri="{FF2B5EF4-FFF2-40B4-BE49-F238E27FC236}">
                  <a16:creationId xmlns:a16="http://schemas.microsoft.com/office/drawing/2014/main" id="{97CA842B-DE25-4BE3-79B1-A3BFA9FF4D10}"/>
                </a:ext>
              </a:extLst>
            </p:cNvPr>
            <p:cNvSpPr txBox="1"/>
            <p:nvPr/>
          </p:nvSpPr>
          <p:spPr>
            <a:xfrm>
              <a:off x="5156200" y="7137400"/>
              <a:ext cx="9652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993" b="0" i="0" u="none" strike="noStrike">
                  <a:solidFill>
                    <a:srgbClr val="9E9E9E"/>
                  </a:solidFill>
                  <a:latin typeface="Pretendard Regular"/>
                  <a:ea typeface="Pretendard Regular"/>
                  <a:cs typeface="Pretendard Regular"/>
                </a:rPr>
                <a:t>아이디</a:t>
              </a:r>
            </a:p>
          </p:txBody>
        </p:sp>
        <p:pic>
          <p:nvPicPr>
            <p:cNvPr id="37" name="Picture 25">
              <a:extLst>
                <a:ext uri="{FF2B5EF4-FFF2-40B4-BE49-F238E27FC236}">
                  <a16:creationId xmlns:a16="http://schemas.microsoft.com/office/drawing/2014/main" id="{4E9F40AA-52B6-C644-34B0-C8C5922C2D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689600" y="5981700"/>
              <a:ext cx="596900" cy="584200"/>
            </a:xfrm>
            <a:prstGeom prst="rect">
              <a:avLst/>
            </a:prstGeom>
          </p:spPr>
        </p:pic>
        <p:pic>
          <p:nvPicPr>
            <p:cNvPr id="38" name="Picture 26">
              <a:extLst>
                <a:ext uri="{FF2B5EF4-FFF2-40B4-BE49-F238E27FC236}">
                  <a16:creationId xmlns:a16="http://schemas.microsoft.com/office/drawing/2014/main" id="{A82CAD4E-33A4-106E-3A0F-E75F611E05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803900" y="6121400"/>
              <a:ext cx="381000" cy="292100"/>
            </a:xfrm>
            <a:prstGeom prst="rect">
              <a:avLst/>
            </a:prstGeom>
          </p:spPr>
        </p:pic>
        <p:pic>
          <p:nvPicPr>
            <p:cNvPr id="39" name="Picture 27">
              <a:extLst>
                <a:ext uri="{FF2B5EF4-FFF2-40B4-BE49-F238E27FC236}">
                  <a16:creationId xmlns:a16="http://schemas.microsoft.com/office/drawing/2014/main" id="{44BABC7C-E120-FB9F-864D-E53C500E36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03800" y="7848600"/>
              <a:ext cx="1968500" cy="355600"/>
            </a:xfrm>
            <a:prstGeom prst="rect">
              <a:avLst/>
            </a:prstGeom>
          </p:spPr>
        </p:pic>
        <p:sp>
          <p:nvSpPr>
            <p:cNvPr id="40" name="TextBox 28">
              <a:extLst>
                <a:ext uri="{FF2B5EF4-FFF2-40B4-BE49-F238E27FC236}">
                  <a16:creationId xmlns:a16="http://schemas.microsoft.com/office/drawing/2014/main" id="{2032BD8F-FA93-5418-DFC1-3B6BF9BEA2EB}"/>
                </a:ext>
              </a:extLst>
            </p:cNvPr>
            <p:cNvSpPr txBox="1"/>
            <p:nvPr/>
          </p:nvSpPr>
          <p:spPr>
            <a:xfrm>
              <a:off x="5194300" y="7924800"/>
              <a:ext cx="1587500" cy="203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993" b="0" i="0" u="none" strike="noStrike">
                  <a:solidFill>
                    <a:srgbClr val="FFFFFF"/>
                  </a:solidFill>
                  <a:latin typeface="Pretendard Regular"/>
                  <a:ea typeface="Pretendard Regular"/>
                  <a:cs typeface="Pretendard Regular"/>
                </a:rPr>
                <a:t>로그인</a:t>
              </a:r>
            </a:p>
          </p:txBody>
        </p:sp>
        <p:pic>
          <p:nvPicPr>
            <p:cNvPr id="41" name="Picture 29">
              <a:extLst>
                <a:ext uri="{FF2B5EF4-FFF2-40B4-BE49-F238E27FC236}">
                  <a16:creationId xmlns:a16="http://schemas.microsoft.com/office/drawing/2014/main" id="{CC865EC4-BCF2-E73D-661C-6CA5EDC352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880100" y="8229600"/>
              <a:ext cx="215900" cy="215900"/>
            </a:xfrm>
            <a:prstGeom prst="rect">
              <a:avLst/>
            </a:prstGeom>
          </p:spPr>
        </p:pic>
      </p:grpSp>
      <p:sp>
        <p:nvSpPr>
          <p:cNvPr id="46" name="TextBox 14">
            <a:extLst>
              <a:ext uri="{FF2B5EF4-FFF2-40B4-BE49-F238E27FC236}">
                <a16:creationId xmlns:a16="http://schemas.microsoft.com/office/drawing/2014/main" id="{551F80AC-F246-CCC9-3480-96CCA49C4096}"/>
              </a:ext>
            </a:extLst>
          </p:cNvPr>
          <p:cNvSpPr txBox="1"/>
          <p:nvPr/>
        </p:nvSpPr>
        <p:spPr>
          <a:xfrm>
            <a:off x="7178892" y="1881348"/>
            <a:ext cx="3942916" cy="986626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55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로그인</a:t>
            </a:r>
            <a:r>
              <a:rPr lang="ko-KR" altLang="en-US" sz="2455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455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여부에</a:t>
            </a:r>
            <a:r>
              <a:rPr lang="en-US" sz="2455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2455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따른</a:t>
            </a:r>
            <a:endParaRPr lang="en-US" altLang="ko-KR" sz="2455" b="0" i="0" u="none" strike="noStrike" dirty="0">
              <a:solidFill>
                <a:srgbClr val="595959"/>
              </a:solidFill>
              <a:latin typeface="Pretendard SemiBold"/>
              <a:ea typeface="Pretendard SemiBold"/>
              <a:cs typeface="Pretendard SemiBold"/>
            </a:endParaRPr>
          </a:p>
          <a:p>
            <a:pPr lvl="0" algn="ctr">
              <a:lnSpc>
                <a:spcPct val="116199"/>
              </a:lnSpc>
            </a:pPr>
            <a:r>
              <a:rPr lang="ko-KR" altLang="en-US" sz="2455" b="0" i="0" u="none" strike="noStrike" dirty="0">
                <a:solidFill>
                  <a:srgbClr val="595959"/>
                </a:solidFill>
                <a:latin typeface="Pretendard SemiBold"/>
                <a:ea typeface="Pretendard SemiBold"/>
                <a:cs typeface="Pretendard SemiBold"/>
              </a:rPr>
              <a:t>기능 접근 차이</a:t>
            </a:r>
            <a:endParaRPr lang="en-US" sz="2455" b="0" i="0" u="none" strike="noStrike" dirty="0">
              <a:solidFill>
                <a:srgbClr val="595959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768" y="1244600"/>
            <a:ext cx="142646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476488" y="1346200"/>
            <a:ext cx="133502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User Flow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48" name="TextBox 11">
            <a:extLst>
              <a:ext uri="{FF2B5EF4-FFF2-40B4-BE49-F238E27FC236}">
                <a16:creationId xmlns:a16="http://schemas.microsoft.com/office/drawing/2014/main" id="{B5C0A239-1153-539F-B06C-771CB6DAA7DF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19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013554E-35DC-5607-1710-C286405268E8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50" name="Picture 4">
              <a:extLst>
                <a:ext uri="{FF2B5EF4-FFF2-40B4-BE49-F238E27FC236}">
                  <a16:creationId xmlns:a16="http://schemas.microsoft.com/office/drawing/2014/main" id="{B28A17D0-61A3-279E-3D1C-6D82CA01CB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7759333B-FA1D-4D71-9735-1BE67FA10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52" name="TextBox 9">
              <a:extLst>
                <a:ext uri="{FF2B5EF4-FFF2-40B4-BE49-F238E27FC236}">
                  <a16:creationId xmlns:a16="http://schemas.microsoft.com/office/drawing/2014/main" id="{EE4A2703-C111-2EAA-6A3D-5ACBAD3D792F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사용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흐름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F764A94F-608D-4DF2-EB0B-0774DA9754B4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0100" y="2603500"/>
            <a:ext cx="16700500" cy="5981700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15D7B961-A15E-D5A7-EFF0-563EBCC8134E}"/>
              </a:ext>
            </a:extLst>
          </p:cNvPr>
          <p:cNvGrpSpPr/>
          <p:nvPr/>
        </p:nvGrpSpPr>
        <p:grpSpPr>
          <a:xfrm>
            <a:off x="1917700" y="3479800"/>
            <a:ext cx="14452600" cy="4356100"/>
            <a:chOff x="1917700" y="4368800"/>
            <a:chExt cx="14452600" cy="4356100"/>
          </a:xfrm>
        </p:grpSpPr>
        <p:pic>
          <p:nvPicPr>
            <p:cNvPr id="56" name="Picture 13">
              <a:extLst>
                <a:ext uri="{FF2B5EF4-FFF2-40B4-BE49-F238E27FC236}">
                  <a16:creationId xmlns:a16="http://schemas.microsoft.com/office/drawing/2014/main" id="{3C456FA0-A07A-86E7-C4F8-18FADDBCE8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17700" y="6019800"/>
              <a:ext cx="14452600" cy="127000"/>
            </a:xfrm>
            <a:prstGeom prst="rect">
              <a:avLst/>
            </a:prstGeom>
          </p:spPr>
        </p:pic>
        <p:pic>
          <p:nvPicPr>
            <p:cNvPr id="57" name="Picture 14">
              <a:extLst>
                <a:ext uri="{FF2B5EF4-FFF2-40B4-BE49-F238E27FC236}">
                  <a16:creationId xmlns:a16="http://schemas.microsoft.com/office/drawing/2014/main" id="{4E073190-0E87-3040-D6B5-818E7108C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895600" y="4368800"/>
              <a:ext cx="1435100" cy="1333500"/>
            </a:xfrm>
            <a:prstGeom prst="rect">
              <a:avLst/>
            </a:prstGeom>
            <a:effectLst>
              <a:outerShdw blurRad="106680" dist="61546" dir="2700000">
                <a:srgbClr val="0E6D62">
                  <a:alpha val="13000"/>
                </a:srgbClr>
              </a:outerShdw>
            </a:effectLst>
          </p:spPr>
        </p:pic>
        <p:pic>
          <p:nvPicPr>
            <p:cNvPr id="58" name="Picture 15">
              <a:extLst>
                <a:ext uri="{FF2B5EF4-FFF2-40B4-BE49-F238E27FC236}">
                  <a16:creationId xmlns:a16="http://schemas.microsoft.com/office/drawing/2014/main" id="{33A80ACB-2627-993D-3A68-9C6EC515A0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71700" y="6781800"/>
              <a:ext cx="2882900" cy="520700"/>
            </a:xfrm>
            <a:prstGeom prst="rect">
              <a:avLst/>
            </a:prstGeom>
          </p:spPr>
        </p:pic>
        <p:sp>
          <p:nvSpPr>
            <p:cNvPr id="59" name="TextBox 16">
              <a:extLst>
                <a:ext uri="{FF2B5EF4-FFF2-40B4-BE49-F238E27FC236}">
                  <a16:creationId xmlns:a16="http://schemas.microsoft.com/office/drawing/2014/main" id="{11BD5C0E-08C7-48AF-1549-C0D5B1812D02}"/>
                </a:ext>
              </a:extLst>
            </p:cNvPr>
            <p:cNvSpPr txBox="1"/>
            <p:nvPr/>
          </p:nvSpPr>
          <p:spPr>
            <a:xfrm>
              <a:off x="2501900" y="6845300"/>
              <a:ext cx="2222500" cy="38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01. </a:t>
              </a:r>
              <a:r>
                <a:rPr lang="ko-KR" alt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메인 페이지</a:t>
              </a:r>
              <a:endParaRPr lang="en-US" sz="2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0" name="TextBox 17">
              <a:extLst>
                <a:ext uri="{FF2B5EF4-FFF2-40B4-BE49-F238E27FC236}">
                  <a16:creationId xmlns:a16="http://schemas.microsoft.com/office/drawing/2014/main" id="{8F8FC0E7-376F-5664-9D4D-44A8FA706334}"/>
                </a:ext>
              </a:extLst>
            </p:cNvPr>
            <p:cNvSpPr txBox="1"/>
            <p:nvPr/>
          </p:nvSpPr>
          <p:spPr>
            <a:xfrm>
              <a:off x="2260600" y="7556500"/>
              <a:ext cx="2755900" cy="1168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헤더 </a:t>
              </a:r>
              <a:r>
                <a:rPr lang="en-US" altLang="ko-KR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&amp; </a:t>
              </a:r>
              <a:r>
                <a:rPr lang="ko-KR" altLang="en-US" sz="1600" b="0" i="0" u="none" strike="noStrike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푸터</a:t>
              </a: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</a:t>
              </a:r>
              <a:r>
                <a:rPr lang="en-US" altLang="ko-KR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:</a:t>
              </a: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페이지 공통사항</a:t>
              </a:r>
              <a:endParaRPr lang="en-US" altLang="ko-KR" sz="1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주요 추천 관광지 </a:t>
              </a:r>
              <a:r>
                <a:rPr lang="ko-KR" altLang="en-US" sz="16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타임딜</a:t>
              </a: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 기능 반영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페이지 주요 기능 요약 배치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endParaRPr lang="en-US" sz="1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1" name="Picture 18">
              <a:extLst>
                <a:ext uri="{FF2B5EF4-FFF2-40B4-BE49-F238E27FC236}">
                  <a16:creationId xmlns:a16="http://schemas.microsoft.com/office/drawing/2014/main" id="{E24429C9-742F-0226-E8B7-B3B0FC403A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479800" y="5956300"/>
              <a:ext cx="254000" cy="254000"/>
            </a:xfrm>
            <a:prstGeom prst="rect">
              <a:avLst/>
            </a:prstGeom>
          </p:spPr>
        </p:pic>
        <p:pic>
          <p:nvPicPr>
            <p:cNvPr id="62" name="Picture 19">
              <a:extLst>
                <a:ext uri="{FF2B5EF4-FFF2-40B4-BE49-F238E27FC236}">
                  <a16:creationId xmlns:a16="http://schemas.microsoft.com/office/drawing/2014/main" id="{42F98551-3F1B-0BC0-F126-20BBF1293F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5399999">
              <a:off x="3302000" y="6489700"/>
              <a:ext cx="635000" cy="25400"/>
            </a:xfrm>
            <a:prstGeom prst="rect">
              <a:avLst/>
            </a:prstGeom>
          </p:spPr>
        </p:pic>
        <p:pic>
          <p:nvPicPr>
            <p:cNvPr id="63" name="Picture 20">
              <a:extLst>
                <a:ext uri="{FF2B5EF4-FFF2-40B4-BE49-F238E27FC236}">
                  <a16:creationId xmlns:a16="http://schemas.microsoft.com/office/drawing/2014/main" id="{2D0D3EE9-B7CA-C748-0377-8361347637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78600" y="4368800"/>
              <a:ext cx="1435100" cy="1333500"/>
            </a:xfrm>
            <a:prstGeom prst="rect">
              <a:avLst/>
            </a:prstGeom>
            <a:effectLst>
              <a:outerShdw blurRad="106680" dist="61546" dir="2700000">
                <a:srgbClr val="0E6D62">
                  <a:alpha val="13000"/>
                </a:srgbClr>
              </a:outerShdw>
            </a:effectLst>
          </p:spPr>
        </p:pic>
        <p:pic>
          <p:nvPicPr>
            <p:cNvPr id="64" name="Picture 21">
              <a:extLst>
                <a:ext uri="{FF2B5EF4-FFF2-40B4-BE49-F238E27FC236}">
                  <a16:creationId xmlns:a16="http://schemas.microsoft.com/office/drawing/2014/main" id="{BFD3F652-34F4-95A6-91D1-C5378D2832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54700" y="6781800"/>
              <a:ext cx="2882900" cy="520700"/>
            </a:xfrm>
            <a:prstGeom prst="rect">
              <a:avLst/>
            </a:prstGeom>
          </p:spPr>
        </p:pic>
        <p:sp>
          <p:nvSpPr>
            <p:cNvPr id="65" name="TextBox 22">
              <a:extLst>
                <a:ext uri="{FF2B5EF4-FFF2-40B4-BE49-F238E27FC236}">
                  <a16:creationId xmlns:a16="http://schemas.microsoft.com/office/drawing/2014/main" id="{8C66B328-D6F3-EC1A-E88E-34276B88F751}"/>
                </a:ext>
              </a:extLst>
            </p:cNvPr>
            <p:cNvSpPr txBox="1"/>
            <p:nvPr/>
          </p:nvSpPr>
          <p:spPr>
            <a:xfrm>
              <a:off x="6032500" y="6845300"/>
              <a:ext cx="2540000" cy="38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02. </a:t>
              </a:r>
              <a:r>
                <a:rPr lang="ko-KR" alt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로그인 페이지</a:t>
              </a:r>
              <a:endParaRPr lang="en-US" sz="2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66" name="TextBox 23">
              <a:extLst>
                <a:ext uri="{FF2B5EF4-FFF2-40B4-BE49-F238E27FC236}">
                  <a16:creationId xmlns:a16="http://schemas.microsoft.com/office/drawing/2014/main" id="{B1808F32-88AE-AF6D-F671-CF8E87F7B025}"/>
                </a:ext>
              </a:extLst>
            </p:cNvPr>
            <p:cNvSpPr txBox="1"/>
            <p:nvPr/>
          </p:nvSpPr>
          <p:spPr>
            <a:xfrm>
              <a:off x="5956300" y="7556500"/>
              <a:ext cx="2755900" cy="1168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회원의 경우 로그인</a:t>
              </a:r>
              <a:r>
                <a:rPr lang="en-US" altLang="ko-KR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비회원인 경우 회원가입 가능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이용자의 데이터를 수집 및 저장 기능 반영</a:t>
              </a:r>
              <a:endParaRPr lang="en-US" sz="1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67" name="Picture 24">
              <a:extLst>
                <a:ext uri="{FF2B5EF4-FFF2-40B4-BE49-F238E27FC236}">
                  <a16:creationId xmlns:a16="http://schemas.microsoft.com/office/drawing/2014/main" id="{EBC74835-7E12-FA3C-0F60-455D95B861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175500" y="5956300"/>
              <a:ext cx="254000" cy="254000"/>
            </a:xfrm>
            <a:prstGeom prst="rect">
              <a:avLst/>
            </a:prstGeom>
          </p:spPr>
        </p:pic>
        <p:pic>
          <p:nvPicPr>
            <p:cNvPr id="68" name="Picture 25">
              <a:extLst>
                <a:ext uri="{FF2B5EF4-FFF2-40B4-BE49-F238E27FC236}">
                  <a16:creationId xmlns:a16="http://schemas.microsoft.com/office/drawing/2014/main" id="{0DF0849C-72CD-9269-F9E8-BE0E397AAB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6985000" y="6489700"/>
              <a:ext cx="622300" cy="25400"/>
            </a:xfrm>
            <a:prstGeom prst="rect">
              <a:avLst/>
            </a:prstGeom>
          </p:spPr>
        </p:pic>
        <p:pic>
          <p:nvPicPr>
            <p:cNvPr id="69" name="Picture 26">
              <a:extLst>
                <a:ext uri="{FF2B5EF4-FFF2-40B4-BE49-F238E27FC236}">
                  <a16:creationId xmlns:a16="http://schemas.microsoft.com/office/drawing/2014/main" id="{859851A7-17DA-2F12-FAF0-9DF33F8A7F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0274300" y="4368800"/>
              <a:ext cx="1435100" cy="1333500"/>
            </a:xfrm>
            <a:prstGeom prst="rect">
              <a:avLst/>
            </a:prstGeom>
            <a:effectLst>
              <a:outerShdw blurRad="106680" dist="61546" dir="2700000">
                <a:srgbClr val="0E6D62">
                  <a:alpha val="13000"/>
                </a:srgbClr>
              </a:outerShdw>
            </a:effectLst>
          </p:spPr>
        </p:pic>
        <p:pic>
          <p:nvPicPr>
            <p:cNvPr id="70" name="Picture 27">
              <a:extLst>
                <a:ext uri="{FF2B5EF4-FFF2-40B4-BE49-F238E27FC236}">
                  <a16:creationId xmlns:a16="http://schemas.microsoft.com/office/drawing/2014/main" id="{A7578682-1208-A2B0-618B-CF42AE7A21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550400" y="6781800"/>
              <a:ext cx="2882900" cy="520700"/>
            </a:xfrm>
            <a:prstGeom prst="rect">
              <a:avLst/>
            </a:prstGeom>
          </p:spPr>
        </p:pic>
        <p:sp>
          <p:nvSpPr>
            <p:cNvPr id="71" name="TextBox 28">
              <a:extLst>
                <a:ext uri="{FF2B5EF4-FFF2-40B4-BE49-F238E27FC236}">
                  <a16:creationId xmlns:a16="http://schemas.microsoft.com/office/drawing/2014/main" id="{3BEE3F41-9A7E-152A-004C-7F4D562FA512}"/>
                </a:ext>
              </a:extLst>
            </p:cNvPr>
            <p:cNvSpPr txBox="1"/>
            <p:nvPr/>
          </p:nvSpPr>
          <p:spPr>
            <a:xfrm>
              <a:off x="9702800" y="6845300"/>
              <a:ext cx="2578100" cy="38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03. </a:t>
              </a:r>
              <a:r>
                <a:rPr lang="ko-KR" alt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상품 페이지</a:t>
              </a:r>
              <a:endParaRPr lang="en-US" sz="2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2" name="TextBox 29">
              <a:extLst>
                <a:ext uri="{FF2B5EF4-FFF2-40B4-BE49-F238E27FC236}">
                  <a16:creationId xmlns:a16="http://schemas.microsoft.com/office/drawing/2014/main" id="{1040776E-2E48-B895-F71A-A5FBB0455905}"/>
                </a:ext>
              </a:extLst>
            </p:cNvPr>
            <p:cNvSpPr txBox="1"/>
            <p:nvPr/>
          </p:nvSpPr>
          <p:spPr>
            <a:xfrm>
              <a:off x="9639300" y="7556500"/>
              <a:ext cx="2755900" cy="1168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지역별 상품 조회 가능</a:t>
              </a:r>
              <a:endParaRPr lang="en-US" altLang="ko-KR" sz="1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상품별 해당 데이터 연결하여 상세페이지 접속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회원</a:t>
              </a:r>
              <a:r>
                <a:rPr lang="en-US" altLang="ko-KR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/</a:t>
              </a: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비회원 구분하여 기능 적용</a:t>
              </a:r>
              <a:endParaRPr lang="en-US" sz="16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73" name="Picture 30">
              <a:extLst>
                <a:ext uri="{FF2B5EF4-FFF2-40B4-BE49-F238E27FC236}">
                  <a16:creationId xmlns:a16="http://schemas.microsoft.com/office/drawing/2014/main" id="{5C63F263-88F0-2996-DFA6-17FCF2193D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858500" y="5956300"/>
              <a:ext cx="254000" cy="254000"/>
            </a:xfrm>
            <a:prstGeom prst="rect">
              <a:avLst/>
            </a:prstGeom>
          </p:spPr>
        </p:pic>
        <p:pic>
          <p:nvPicPr>
            <p:cNvPr id="74" name="Picture 31">
              <a:extLst>
                <a:ext uri="{FF2B5EF4-FFF2-40B4-BE49-F238E27FC236}">
                  <a16:creationId xmlns:a16="http://schemas.microsoft.com/office/drawing/2014/main" id="{92BEF163-7DB8-39E9-2FDC-F285E32FE5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rot="5400000">
              <a:off x="10668000" y="6489700"/>
              <a:ext cx="635000" cy="25400"/>
            </a:xfrm>
            <a:prstGeom prst="rect">
              <a:avLst/>
            </a:prstGeom>
          </p:spPr>
        </p:pic>
        <p:pic>
          <p:nvPicPr>
            <p:cNvPr id="75" name="Picture 32">
              <a:extLst>
                <a:ext uri="{FF2B5EF4-FFF2-40B4-BE49-F238E27FC236}">
                  <a16:creationId xmlns:a16="http://schemas.microsoft.com/office/drawing/2014/main" id="{888A5A9E-4B94-FA17-D405-F2CEB3528E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957300" y="4368800"/>
              <a:ext cx="1435100" cy="1333500"/>
            </a:xfrm>
            <a:prstGeom prst="rect">
              <a:avLst/>
            </a:prstGeom>
            <a:effectLst>
              <a:outerShdw blurRad="106680" dist="61546" dir="2700000">
                <a:srgbClr val="0E6D62">
                  <a:alpha val="13000"/>
                </a:srgbClr>
              </a:outerShdw>
            </a:effectLst>
          </p:spPr>
        </p:pic>
        <p:pic>
          <p:nvPicPr>
            <p:cNvPr id="76" name="Picture 33">
              <a:extLst>
                <a:ext uri="{FF2B5EF4-FFF2-40B4-BE49-F238E27FC236}">
                  <a16:creationId xmlns:a16="http://schemas.microsoft.com/office/drawing/2014/main" id="{2D471880-0BFD-A612-8E2B-C31ECA4CEC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3233400" y="6781800"/>
              <a:ext cx="2882900" cy="520700"/>
            </a:xfrm>
            <a:prstGeom prst="rect">
              <a:avLst/>
            </a:prstGeom>
          </p:spPr>
        </p:pic>
        <p:sp>
          <p:nvSpPr>
            <p:cNvPr id="77" name="TextBox 34">
              <a:extLst>
                <a:ext uri="{FF2B5EF4-FFF2-40B4-BE49-F238E27FC236}">
                  <a16:creationId xmlns:a16="http://schemas.microsoft.com/office/drawing/2014/main" id="{648880B1-218A-9072-6980-2F553A62BCF6}"/>
                </a:ext>
              </a:extLst>
            </p:cNvPr>
            <p:cNvSpPr txBox="1"/>
            <p:nvPr/>
          </p:nvSpPr>
          <p:spPr>
            <a:xfrm>
              <a:off x="13309600" y="6845300"/>
              <a:ext cx="2730500" cy="38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04. </a:t>
              </a:r>
              <a:r>
                <a:rPr lang="ko-KR" alt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결제 페이지</a:t>
              </a:r>
              <a:endParaRPr lang="en-US" sz="2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78" name="TextBox 35">
              <a:extLst>
                <a:ext uri="{FF2B5EF4-FFF2-40B4-BE49-F238E27FC236}">
                  <a16:creationId xmlns:a16="http://schemas.microsoft.com/office/drawing/2014/main" id="{13324FAE-19AD-4314-2A21-30EA587EEAF6}"/>
                </a:ext>
              </a:extLst>
            </p:cNvPr>
            <p:cNvSpPr txBox="1"/>
            <p:nvPr/>
          </p:nvSpPr>
          <p:spPr>
            <a:xfrm>
              <a:off x="13322300" y="7556500"/>
              <a:ext cx="2755900" cy="1168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이용자 등 정보 확인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주요 안내사항 동의</a:t>
              </a:r>
              <a:endParaRPr lang="en-US" altLang="ko-KR" sz="16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  <a:p>
              <a:pPr marL="203200" lvl="1" indent="-203200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추가 연계 숙박 예약 가능</a:t>
              </a:r>
              <a:r>
                <a:rPr lang="en-US" altLang="ko-KR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(</a:t>
              </a:r>
              <a:r>
                <a:rPr lang="ko-KR" altLang="en-US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회원만 사용 가능</a:t>
              </a:r>
              <a:r>
                <a:rPr lang="en-US" altLang="ko-KR" sz="1600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)</a:t>
              </a:r>
            </a:p>
          </p:txBody>
        </p:sp>
        <p:pic>
          <p:nvPicPr>
            <p:cNvPr id="79" name="Picture 36">
              <a:extLst>
                <a:ext uri="{FF2B5EF4-FFF2-40B4-BE49-F238E27FC236}">
                  <a16:creationId xmlns:a16="http://schemas.microsoft.com/office/drawing/2014/main" id="{FEFC8B68-A743-2536-CB04-D7DC4276CA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4541500" y="5956300"/>
              <a:ext cx="254000" cy="254000"/>
            </a:xfrm>
            <a:prstGeom prst="rect">
              <a:avLst/>
            </a:prstGeom>
          </p:spPr>
        </p:pic>
        <p:pic>
          <p:nvPicPr>
            <p:cNvPr id="80" name="Picture 37">
              <a:extLst>
                <a:ext uri="{FF2B5EF4-FFF2-40B4-BE49-F238E27FC236}">
                  <a16:creationId xmlns:a16="http://schemas.microsoft.com/office/drawing/2014/main" id="{55F4EB4D-1A14-C5E6-C72D-23DCCD148D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5400000">
              <a:off x="14363700" y="6489700"/>
              <a:ext cx="635000" cy="25400"/>
            </a:xfrm>
            <a:prstGeom prst="rect">
              <a:avLst/>
            </a:prstGeom>
          </p:spPr>
        </p:pic>
        <p:pic>
          <p:nvPicPr>
            <p:cNvPr id="81" name="Picture 38">
              <a:extLst>
                <a:ext uri="{FF2B5EF4-FFF2-40B4-BE49-F238E27FC236}">
                  <a16:creationId xmlns:a16="http://schemas.microsoft.com/office/drawing/2014/main" id="{32BFF46C-35F8-90C0-AB82-061FF3D13E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327400" y="4635500"/>
              <a:ext cx="584200" cy="787400"/>
            </a:xfrm>
            <a:prstGeom prst="rect">
              <a:avLst/>
            </a:prstGeom>
          </p:spPr>
        </p:pic>
        <p:pic>
          <p:nvPicPr>
            <p:cNvPr id="82" name="Picture 39">
              <a:extLst>
                <a:ext uri="{FF2B5EF4-FFF2-40B4-BE49-F238E27FC236}">
                  <a16:creationId xmlns:a16="http://schemas.microsoft.com/office/drawing/2014/main" id="{04D2CFB0-655D-5A9B-E2E3-DCEB7E408E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629900" y="4673600"/>
              <a:ext cx="723900" cy="723900"/>
            </a:xfrm>
            <a:prstGeom prst="rect">
              <a:avLst/>
            </a:prstGeom>
          </p:spPr>
        </p:pic>
        <p:pic>
          <p:nvPicPr>
            <p:cNvPr id="83" name="Picture 40">
              <a:extLst>
                <a:ext uri="{FF2B5EF4-FFF2-40B4-BE49-F238E27FC236}">
                  <a16:creationId xmlns:a16="http://schemas.microsoft.com/office/drawing/2014/main" id="{AD7CE7AF-DFB8-13F4-3966-3E49B1D1FF7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4351000" y="4673600"/>
              <a:ext cx="647700" cy="711200"/>
            </a:xfrm>
            <a:prstGeom prst="rect">
              <a:avLst/>
            </a:prstGeom>
          </p:spPr>
        </p:pic>
        <p:pic>
          <p:nvPicPr>
            <p:cNvPr id="84" name="Picture 41">
              <a:extLst>
                <a:ext uri="{FF2B5EF4-FFF2-40B4-BE49-F238E27FC236}">
                  <a16:creationId xmlns:a16="http://schemas.microsoft.com/office/drawing/2014/main" id="{240BF557-B6BD-E586-0CF0-3432380EAC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6959600" y="4699000"/>
              <a:ext cx="673100" cy="673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7995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EAA72-0D90-A7E9-3413-E57C7ACA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92DE93C-7426-037E-2410-1AA4E3939648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921032"/>
            <a:ext cx="16700500" cy="5994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6F12F76-1B01-BB82-DEA1-04D9FF66D4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6900" y="1244600"/>
            <a:ext cx="1866900" cy="4826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DEFAF9C-72BF-C496-ED22-18CD98B71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E35036F-1088-F6B6-BEF5-21516B3E22B6}"/>
              </a:ext>
            </a:extLst>
          </p:cNvPr>
          <p:cNvSpPr txBox="1"/>
          <p:nvPr/>
        </p:nvSpPr>
        <p:spPr>
          <a:xfrm>
            <a:off x="8343900" y="1346200"/>
            <a:ext cx="16129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Base / index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A16AADD-2909-DE93-23DF-362612B29221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all" spc="0" normalizeH="0" baseline="0" noProof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18" name="Picture 13">
            <a:extLst>
              <a:ext uri="{FF2B5EF4-FFF2-40B4-BE49-F238E27FC236}">
                <a16:creationId xmlns:a16="http://schemas.microsoft.com/office/drawing/2014/main" id="{0865938C-AB30-37A6-A0DC-69F617193C30}"/>
              </a:ext>
            </a:extLst>
          </p:cNvPr>
          <p:cNvSpPr/>
          <p:nvPr/>
        </p:nvSpPr>
        <p:spPr>
          <a:xfrm>
            <a:off x="1274233" y="1932972"/>
            <a:ext cx="3942651" cy="7649200"/>
          </a:xfrm>
          <a:prstGeom prst="roundRect">
            <a:avLst>
              <a:gd name="adj" fmla="val 6396"/>
            </a:avLst>
          </a:prstGeom>
          <a:gradFill>
            <a:gsLst>
              <a:gs pos="0">
                <a:srgbClr val="0E6D62"/>
              </a:gs>
              <a:gs pos="50000">
                <a:srgbClr val="0D574F"/>
              </a:gs>
              <a:gs pos="100000">
                <a:srgbClr val="0C423C"/>
              </a:gs>
            </a:gsLst>
            <a:lin ang="12000000" scaled="1"/>
          </a:gradFill>
          <a:ln w="50447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C979EA50-132D-7206-C362-0D629CD9E1CC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5700" y="3403632"/>
            <a:ext cx="10083800" cy="4914900"/>
          </a:xfrm>
          <a:prstGeom prst="rect">
            <a:avLst/>
          </a:prstGeom>
          <a:effectLst>
            <a:outerShdw blurRad="393192" dist="226842" dir="2700000">
              <a:srgbClr val="0E6D62">
                <a:alpha val="13000"/>
              </a:srgbClr>
            </a:outerShdw>
          </a:effectLst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0BD92612-5CF0-9A0E-409D-D5BA3D111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5651532"/>
            <a:ext cx="482600" cy="1397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D23FA195-53FC-E029-CF8B-422BEC297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4500" y="5930932"/>
            <a:ext cx="482600" cy="139700"/>
          </a:xfrm>
          <a:prstGeom prst="rect">
            <a:avLst/>
          </a:prstGeom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0196966E-DAB1-8511-53F8-285ADA15779C}"/>
              </a:ext>
            </a:extLst>
          </p:cNvPr>
          <p:cNvSpPr txBox="1"/>
          <p:nvPr/>
        </p:nvSpPr>
        <p:spPr>
          <a:xfrm>
            <a:off x="2506133" y="5930932"/>
            <a:ext cx="29083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5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E9FD008-E8D6-4ABD-D14C-F024B046A331}"/>
              </a:ext>
            </a:extLst>
          </p:cNvPr>
          <p:cNvSpPr txBox="1"/>
          <p:nvPr/>
        </p:nvSpPr>
        <p:spPr>
          <a:xfrm>
            <a:off x="2849033" y="6591332"/>
            <a:ext cx="2235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.</a:t>
            </a: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DE2E337-5C10-EC48-D826-939FACEB5FAE}"/>
              </a:ext>
            </a:extLst>
          </p:cNvPr>
          <p:cNvGrpSpPr/>
          <p:nvPr/>
        </p:nvGrpSpPr>
        <p:grpSpPr>
          <a:xfrm>
            <a:off x="6769100" y="4508532"/>
            <a:ext cx="9004300" cy="889000"/>
            <a:chOff x="6769100" y="5156200"/>
            <a:chExt cx="9004300" cy="889000"/>
          </a:xfrm>
        </p:grpSpPr>
        <p:pic>
          <p:nvPicPr>
            <p:cNvPr id="23" name="Picture 23">
              <a:extLst>
                <a:ext uri="{FF2B5EF4-FFF2-40B4-BE49-F238E27FC236}">
                  <a16:creationId xmlns:a16="http://schemas.microsoft.com/office/drawing/2014/main" id="{9F004041-9B42-3403-1593-C9CFB93CC4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69100" y="5156200"/>
              <a:ext cx="4191000" cy="889000"/>
            </a:xfrm>
            <a:prstGeom prst="rect">
              <a:avLst/>
            </a:prstGeom>
            <a:effectLst>
              <a:outerShdw blurRad="132874" dist="8858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DB5F842-86BC-E9E4-F22C-EBB88F296D16}"/>
                </a:ext>
              </a:extLst>
            </p:cNvPr>
            <p:cNvSpPr txBox="1"/>
            <p:nvPr/>
          </p:nvSpPr>
          <p:spPr>
            <a:xfrm>
              <a:off x="7063453" y="5334000"/>
              <a:ext cx="34671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모든 페이지에서 보여질 헤더와 </a:t>
              </a:r>
              <a:r>
                <a:rPr kumimoji="0" lang="ko-KR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푸터로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헤더의 경우 각 메뉴 클릭 시 이동합니다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69985A44-A6D6-1DB3-4EE3-CC01D173A6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90200" y="5448300"/>
              <a:ext cx="304800" cy="304800"/>
            </a:xfrm>
            <a:prstGeom prst="rect">
              <a:avLst/>
            </a:prstGeom>
          </p:spPr>
        </p:pic>
        <p:pic>
          <p:nvPicPr>
            <p:cNvPr id="28" name="Picture 28">
              <a:extLst>
                <a:ext uri="{FF2B5EF4-FFF2-40B4-BE49-F238E27FC236}">
                  <a16:creationId xmlns:a16="http://schemas.microsoft.com/office/drawing/2014/main" id="{2845AC4C-EFB7-94A7-9245-BBB46C9E7F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582400" y="5156200"/>
              <a:ext cx="4191000" cy="889000"/>
            </a:xfrm>
            <a:prstGeom prst="rect">
              <a:avLst/>
            </a:prstGeom>
            <a:effectLst>
              <a:outerShdw blurRad="132874" dist="8858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AA017CB6-89B5-C0F8-798C-376E9F2CE6EB}"/>
                </a:ext>
              </a:extLst>
            </p:cNvPr>
            <p:cNvSpPr txBox="1"/>
            <p:nvPr/>
          </p:nvSpPr>
          <p:spPr>
            <a:xfrm>
              <a:off x="11836400" y="5334000"/>
              <a:ext cx="34671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사이트 추천 상품을 시간에 따른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할인 상품 기능을 넣어 배치하였습니다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0" name="Picture 30">
              <a:extLst>
                <a:ext uri="{FF2B5EF4-FFF2-40B4-BE49-F238E27FC236}">
                  <a16:creationId xmlns:a16="http://schemas.microsoft.com/office/drawing/2014/main" id="{FE81648E-65D5-B455-940B-37263AD88C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303500" y="5448300"/>
              <a:ext cx="304800" cy="304800"/>
            </a:xfrm>
            <a:prstGeom prst="rect">
              <a:avLst/>
            </a:prstGeom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0E697FC-E356-ED76-0B31-4BA77AF6B888}"/>
              </a:ext>
            </a:extLst>
          </p:cNvPr>
          <p:cNvGrpSpPr/>
          <p:nvPr/>
        </p:nvGrpSpPr>
        <p:grpSpPr>
          <a:xfrm>
            <a:off x="6845300" y="3778282"/>
            <a:ext cx="7988300" cy="520700"/>
            <a:chOff x="6845300" y="4483100"/>
            <a:chExt cx="7988300" cy="520700"/>
          </a:xfrm>
        </p:grpSpPr>
        <p:pic>
          <p:nvPicPr>
            <p:cNvPr id="20" name="Picture 20">
              <a:extLst>
                <a:ext uri="{FF2B5EF4-FFF2-40B4-BE49-F238E27FC236}">
                  <a16:creationId xmlns:a16="http://schemas.microsoft.com/office/drawing/2014/main" id="{B761B481-B164-0626-62AD-BF1E035F66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845300" y="4483100"/>
              <a:ext cx="520700" cy="520700"/>
            </a:xfrm>
            <a:prstGeom prst="rect">
              <a:avLst/>
            </a:prstGeom>
          </p:spPr>
        </p:pic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C16B3AC8-C0A1-C46E-E728-B90B487708BC}"/>
                </a:ext>
              </a:extLst>
            </p:cNvPr>
            <p:cNvSpPr txBox="1"/>
            <p:nvPr/>
          </p:nvSpPr>
          <p:spPr>
            <a:xfrm>
              <a:off x="7454900" y="4508500"/>
              <a:ext cx="2565400" cy="457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34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공용 </a:t>
              </a:r>
              <a:r>
                <a:rPr kumimoji="0" lang="ko-KR" altLang="en-US" sz="2434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헤더 </a:t>
              </a:r>
              <a:r>
                <a:rPr kumimoji="0" lang="en-US" altLang="ko-KR" sz="2434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/ </a:t>
              </a:r>
              <a:r>
                <a:rPr kumimoji="0" lang="ko-KR" altLang="en-US" sz="2434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푸터</a:t>
              </a:r>
              <a:endParaRPr kumimoji="0" lang="en-US" sz="2434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EBBFD8C6-CE3C-C88F-A7AA-7F07272D66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972300" y="4610100"/>
              <a:ext cx="254000" cy="266700"/>
            </a:xfrm>
            <a:prstGeom prst="rect">
              <a:avLst/>
            </a:prstGeom>
          </p:spPr>
        </p:pic>
        <p:pic>
          <p:nvPicPr>
            <p:cNvPr id="26" name="Picture 26">
              <a:extLst>
                <a:ext uri="{FF2B5EF4-FFF2-40B4-BE49-F238E27FC236}">
                  <a16:creationId xmlns:a16="http://schemas.microsoft.com/office/drawing/2014/main" id="{F8A4212F-CB14-3482-37F7-E83AEB49B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658600" y="4483100"/>
              <a:ext cx="520700" cy="520700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98CAB01-2A9B-128B-3782-F410D30E5CE8}"/>
                </a:ext>
              </a:extLst>
            </p:cNvPr>
            <p:cNvSpPr txBox="1"/>
            <p:nvPr/>
          </p:nvSpPr>
          <p:spPr>
            <a:xfrm>
              <a:off x="12268200" y="4508500"/>
              <a:ext cx="2565400" cy="457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34" b="0" i="0" u="none" strike="noStrike" kern="1200" cap="none" spc="0" normalizeH="0" baseline="0" noProof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타임 세일</a:t>
              </a:r>
              <a:endParaRPr kumimoji="0" 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31" name="Picture 31">
              <a:extLst>
                <a:ext uri="{FF2B5EF4-FFF2-40B4-BE49-F238E27FC236}">
                  <a16:creationId xmlns:a16="http://schemas.microsoft.com/office/drawing/2014/main" id="{6BA5D2A6-C6A1-9992-0ED3-68689834AD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772900" y="4635500"/>
              <a:ext cx="279400" cy="215900"/>
            </a:xfrm>
            <a:prstGeom prst="rect">
              <a:avLst/>
            </a:prstGeom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E0E5ABD-190C-159F-E19C-BE3D5BBD8C8C}"/>
              </a:ext>
            </a:extLst>
          </p:cNvPr>
          <p:cNvGrpSpPr/>
          <p:nvPr/>
        </p:nvGrpSpPr>
        <p:grpSpPr>
          <a:xfrm>
            <a:off x="6769100" y="6845332"/>
            <a:ext cx="9004300" cy="889000"/>
            <a:chOff x="6769100" y="7480300"/>
            <a:chExt cx="9004300" cy="889000"/>
          </a:xfrm>
        </p:grpSpPr>
        <p:pic>
          <p:nvPicPr>
            <p:cNvPr id="34" name="Picture 34">
              <a:extLst>
                <a:ext uri="{FF2B5EF4-FFF2-40B4-BE49-F238E27FC236}">
                  <a16:creationId xmlns:a16="http://schemas.microsoft.com/office/drawing/2014/main" id="{08E8ACB6-E4CF-B88D-99FF-56DDAF659A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69100" y="7480300"/>
              <a:ext cx="4191000" cy="889000"/>
            </a:xfrm>
            <a:prstGeom prst="rect">
              <a:avLst/>
            </a:prstGeom>
            <a:effectLst>
              <a:outerShdw blurRad="132874" dist="8858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9C7C143B-B715-7421-94A2-2271A4B7BFD5}"/>
                </a:ext>
              </a:extLst>
            </p:cNvPr>
            <p:cNvSpPr txBox="1"/>
            <p:nvPr/>
          </p:nvSpPr>
          <p:spPr>
            <a:xfrm>
              <a:off x="7071783" y="7658100"/>
              <a:ext cx="34671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페이지 내의 기능 및 정보를 요약하여 한 눈에 알아볼 수 있도록 배치하였습니다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6" name="Picture 36">
              <a:extLst>
                <a:ext uri="{FF2B5EF4-FFF2-40B4-BE49-F238E27FC236}">
                  <a16:creationId xmlns:a16="http://schemas.microsoft.com/office/drawing/2014/main" id="{3258C4FF-E836-35FF-D4F2-77F8E45361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490200" y="7772400"/>
              <a:ext cx="304800" cy="304800"/>
            </a:xfrm>
            <a:prstGeom prst="rect">
              <a:avLst/>
            </a:prstGeom>
          </p:spPr>
        </p:pic>
        <p:pic>
          <p:nvPicPr>
            <p:cNvPr id="40" name="Picture 40">
              <a:extLst>
                <a:ext uri="{FF2B5EF4-FFF2-40B4-BE49-F238E27FC236}">
                  <a16:creationId xmlns:a16="http://schemas.microsoft.com/office/drawing/2014/main" id="{94F2E17A-16C4-E64C-B9F8-E12675DDA7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582400" y="7480300"/>
              <a:ext cx="4191000" cy="889000"/>
            </a:xfrm>
            <a:prstGeom prst="rect">
              <a:avLst/>
            </a:prstGeom>
            <a:effectLst>
              <a:outerShdw blurRad="132874" dist="88583" dir="2700000">
                <a:srgbClr val="5E83BE">
                  <a:alpha val="30000"/>
                </a:srgbClr>
              </a:outerShdw>
            </a:effectLst>
          </p:spPr>
        </p:pic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8E045DDF-04ED-457E-C1DD-CB5731A47016}"/>
                </a:ext>
              </a:extLst>
            </p:cNvPr>
            <p:cNvSpPr txBox="1"/>
            <p:nvPr/>
          </p:nvSpPr>
          <p:spPr>
            <a:xfrm>
              <a:off x="11825697" y="7677150"/>
              <a:ext cx="3467100" cy="533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비로그인 시에는 후기가 안 보이게 하여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페이지 회원가입을 유도하였습니다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95959"/>
                  </a:solidFill>
                  <a:effectLst/>
                  <a:uLnTx/>
                  <a:uFillTx/>
                  <a:latin typeface="Pretendard Regular"/>
                  <a:ea typeface="Pretendard Regular"/>
                  <a:cs typeface="Pretendard Regular"/>
                </a:rPr>
                <a:t>.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2" name="Picture 42">
              <a:extLst>
                <a:ext uri="{FF2B5EF4-FFF2-40B4-BE49-F238E27FC236}">
                  <a16:creationId xmlns:a16="http://schemas.microsoft.com/office/drawing/2014/main" id="{4DF78E08-BE58-AABF-088D-1DD730C76D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303500" y="7772400"/>
              <a:ext cx="304800" cy="304800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E2223199-2C97-47C0-3FBC-3A689035635B}"/>
              </a:ext>
            </a:extLst>
          </p:cNvPr>
          <p:cNvGrpSpPr/>
          <p:nvPr/>
        </p:nvGrpSpPr>
        <p:grpSpPr>
          <a:xfrm>
            <a:off x="6845300" y="6102382"/>
            <a:ext cx="8318500" cy="520700"/>
            <a:chOff x="6845300" y="6807200"/>
            <a:chExt cx="8318500" cy="520700"/>
          </a:xfrm>
        </p:grpSpPr>
        <p:pic>
          <p:nvPicPr>
            <p:cNvPr id="32" name="Picture 32">
              <a:extLst>
                <a:ext uri="{FF2B5EF4-FFF2-40B4-BE49-F238E27FC236}">
                  <a16:creationId xmlns:a16="http://schemas.microsoft.com/office/drawing/2014/main" id="{E87BFF22-3F2C-7865-B729-306BF4A545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845300" y="6807200"/>
              <a:ext cx="520700" cy="520700"/>
            </a:xfrm>
            <a:prstGeom prst="rect">
              <a:avLst/>
            </a:prstGeom>
          </p:spPr>
        </p:pic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2AEB8A4-C0F0-7E8B-F155-80267FBBF62C}"/>
                </a:ext>
              </a:extLst>
            </p:cNvPr>
            <p:cNvSpPr txBox="1"/>
            <p:nvPr/>
          </p:nvSpPr>
          <p:spPr>
            <a:xfrm>
              <a:off x="7454900" y="6845300"/>
              <a:ext cx="2565400" cy="457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34" b="0" i="0" u="none" strike="noStrike" kern="1200" cap="none" spc="0" normalizeH="0" baseline="0" noProof="0" dirty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페이지 기능 소개</a:t>
              </a:r>
              <a:endParaRPr kumimoji="0" lang="en-US" sz="2434" b="0" i="0" u="none" strike="noStrike" kern="1200" cap="none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37" name="Picture 37">
              <a:extLst>
                <a:ext uri="{FF2B5EF4-FFF2-40B4-BE49-F238E27FC236}">
                  <a16:creationId xmlns:a16="http://schemas.microsoft.com/office/drawing/2014/main" id="{15A6BB9F-A96D-71A7-CAAE-7B14573C0A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959600" y="6934200"/>
              <a:ext cx="279400" cy="279400"/>
            </a:xfrm>
            <a:prstGeom prst="rect">
              <a:avLst/>
            </a:prstGeom>
          </p:spPr>
        </p:pic>
        <p:pic>
          <p:nvPicPr>
            <p:cNvPr id="38" name="Picture 38">
              <a:extLst>
                <a:ext uri="{FF2B5EF4-FFF2-40B4-BE49-F238E27FC236}">
                  <a16:creationId xmlns:a16="http://schemas.microsoft.com/office/drawing/2014/main" id="{154318B2-B328-5ABB-24E2-2902EB7E83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658600" y="6807200"/>
              <a:ext cx="520700" cy="520700"/>
            </a:xfrm>
            <a:prstGeom prst="rect">
              <a:avLst/>
            </a:prstGeom>
          </p:spPr>
        </p:pic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94C8C7B4-4046-34BB-AF26-B375DD805F12}"/>
                </a:ext>
              </a:extLst>
            </p:cNvPr>
            <p:cNvSpPr txBox="1"/>
            <p:nvPr/>
          </p:nvSpPr>
          <p:spPr>
            <a:xfrm>
              <a:off x="12268200" y="6845300"/>
              <a:ext cx="2895600" cy="457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19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34" b="0" i="0" u="none" strike="noStrike" kern="1200" cap="none" spc="0" normalizeH="0" baseline="0" noProof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로그인</a:t>
              </a:r>
              <a:r>
                <a:rPr kumimoji="0" lang="en-US" altLang="ko-KR" sz="2434" b="0" i="0" u="none" strike="noStrike" kern="1200" cap="none" spc="0" normalizeH="0" baseline="0" noProof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/</a:t>
              </a:r>
              <a:r>
                <a:rPr kumimoji="0" lang="ko-KR" altLang="en-US" sz="2434" b="0" i="0" u="none" strike="noStrike" kern="1200" cap="none" spc="0" normalizeH="0" baseline="0" noProof="0">
                  <a:ln>
                    <a:noFill/>
                  </a:ln>
                  <a:solidFill>
                    <a:srgbClr val="0E6D62"/>
                  </a:solidFill>
                  <a:effectLst/>
                  <a:uLnTx/>
                  <a:uFillTx/>
                  <a:latin typeface="Pretendard SemiBold"/>
                  <a:ea typeface="Pretendard SemiBold"/>
                  <a:cs typeface="Pretendard SemiBold"/>
                </a:rPr>
                <a:t>비로그인 구분</a:t>
              </a:r>
              <a:endParaRPr kumimoji="0" 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43" name="Picture 43">
              <a:extLst>
                <a:ext uri="{FF2B5EF4-FFF2-40B4-BE49-F238E27FC236}">
                  <a16:creationId xmlns:a16="http://schemas.microsoft.com/office/drawing/2014/main" id="{DFF846DB-AFF8-E767-3709-1BD30E6763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760200" y="6959600"/>
              <a:ext cx="317500" cy="215900"/>
            </a:xfrm>
            <a:prstGeom prst="rect">
              <a:avLst/>
            </a:prstGeom>
          </p:spPr>
        </p:pic>
      </p:grpSp>
      <p:pic>
        <p:nvPicPr>
          <p:cNvPr id="44" name="Picture 44">
            <a:extLst>
              <a:ext uri="{FF2B5EF4-FFF2-40B4-BE49-F238E27FC236}">
                <a16:creationId xmlns:a16="http://schemas.microsoft.com/office/drawing/2014/main" id="{161D23AA-9556-3D54-6BDB-853BFD1E2DCD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07200" y="5842032"/>
            <a:ext cx="8915400" cy="25400"/>
          </a:xfrm>
          <a:prstGeom prst="rect">
            <a:avLst/>
          </a:prstGeom>
        </p:spPr>
      </p:pic>
      <p:pic>
        <p:nvPicPr>
          <p:cNvPr id="45" name="Picture 45">
            <a:extLst>
              <a:ext uri="{FF2B5EF4-FFF2-40B4-BE49-F238E27FC236}">
                <a16:creationId xmlns:a16="http://schemas.microsoft.com/office/drawing/2014/main" id="{961D5AA2-C53F-288C-1468-2493FF5FEB74}"/>
              </a:ext>
            </a:extLst>
          </p:cNvPr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5400000">
            <a:off x="9207500" y="5842032"/>
            <a:ext cx="4114800" cy="254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3F4D336-F687-521E-2558-68FD1E99B56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7" r="6761" b="10413"/>
          <a:stretch>
            <a:fillRect/>
          </a:stretch>
        </p:blipFill>
        <p:spPr>
          <a:xfrm>
            <a:off x="1423108" y="2104695"/>
            <a:ext cx="3644900" cy="7296809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93B0730D-1972-DA2C-8625-C766DEBDE0F9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20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8DEA102C-7220-4399-F764-FAD593254EC9}"/>
              </a:ext>
            </a:extLst>
          </p:cNvPr>
          <p:cNvGrpSpPr/>
          <p:nvPr/>
        </p:nvGrpSpPr>
        <p:grpSpPr>
          <a:xfrm>
            <a:off x="812800" y="426720"/>
            <a:ext cx="5194300" cy="322580"/>
            <a:chOff x="812800" y="426720"/>
            <a:chExt cx="5194300" cy="322580"/>
          </a:xfrm>
        </p:grpSpPr>
        <p:pic>
          <p:nvPicPr>
            <p:cNvPr id="50" name="Picture 4">
              <a:extLst>
                <a:ext uri="{FF2B5EF4-FFF2-40B4-BE49-F238E27FC236}">
                  <a16:creationId xmlns:a16="http://schemas.microsoft.com/office/drawing/2014/main" id="{1ACE9697-E33D-A1C7-4687-2050A091CC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71E6FA3B-A842-6A9D-8EA3-F1F4C3E8C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52" name="TextBox 9">
              <a:extLst>
                <a:ext uri="{FF2B5EF4-FFF2-40B4-BE49-F238E27FC236}">
                  <a16:creationId xmlns:a16="http://schemas.microsoft.com/office/drawing/2014/main" id="{E11634E7-CF6F-7677-A5FF-A115FA1AE2EE}"/>
                </a:ext>
              </a:extLst>
            </p:cNvPr>
            <p:cNvSpPr txBox="1"/>
            <p:nvPr/>
          </p:nvSpPr>
          <p:spPr>
            <a:xfrm>
              <a:off x="1193800" y="426720"/>
              <a:ext cx="4813300" cy="3124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</a:t>
              </a:r>
              <a:r>
                <a:rPr lang="ko-KR" alt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페이지 공통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부분 및 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</a:t>
              </a:r>
              <a:r>
                <a:rPr lang="ko-KR" altLang="en-US" sz="1908" dirty="0" err="1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메인페이지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025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CCB96-C679-A629-55B1-84F08C39C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FA6D08F-9AFD-ADBE-373F-40AB83649CF4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736850"/>
            <a:ext cx="16700500" cy="5842000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7083F83-B030-778E-C424-F34EB0F33170}"/>
              </a:ext>
            </a:extLst>
          </p:cNvPr>
          <p:cNvSpPr/>
          <p:nvPr/>
        </p:nvSpPr>
        <p:spPr>
          <a:xfrm>
            <a:off x="6959600" y="3295650"/>
            <a:ext cx="4368800" cy="48133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4F7870"/>
                </a:solidFill>
                <a:latin typeface="Pretendard SemiBold"/>
              </a:rPr>
              <a:t>화면 이미지 삽입</a:t>
            </a:r>
          </a:p>
          <a:p>
            <a:pPr algn="ctr"/>
            <a:r>
              <a:rPr sz="1400" b="0">
                <a:solidFill>
                  <a:srgbClr val="4F7870"/>
                </a:solidFill>
                <a:latin typeface="Pretendard Regular"/>
              </a:rPr>
              <a:t>후기페이지 구현 화면 캡처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CB63B38-C853-3497-43D8-F9E596945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4700" y="3295650"/>
            <a:ext cx="4597400" cy="7239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359C457-88C5-CE5C-A2D7-56A9CFBC9E8B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58600" y="4108450"/>
            <a:ext cx="4597400" cy="4000500"/>
          </a:xfrm>
          <a:prstGeom prst="rect">
            <a:avLst/>
          </a:prstGeom>
          <a:effectLst>
            <a:outerShdw blurRad="320040" dist="184638" dir="2700000">
              <a:srgbClr val="0E6D62">
                <a:alpha val="13000"/>
              </a:srgbClr>
            </a:outerShdw>
          </a:effec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E33C46D-DA98-8C7C-D6F6-FE71D7CEC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8600" y="3295650"/>
            <a:ext cx="4597400" cy="7239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1F56B66F-60C2-0372-B74E-FD15306EC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E7F65FA-621C-5692-3A5E-8773F3FDCC51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C0B6332-BF2B-82A9-CACC-F4225C4DFEF6}"/>
              </a:ext>
            </a:extLst>
          </p:cNvPr>
          <p:cNvSpPr txBox="1"/>
          <p:nvPr/>
        </p:nvSpPr>
        <p:spPr>
          <a:xfrm>
            <a:off x="2717800" y="3448050"/>
            <a:ext cx="32258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3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권역 소개 슬라이더</a:t>
            </a:r>
            <a:endParaRPr lang="ko-KR" altLang="en-US" sz="2300" b="0" i="0" u="none" strike="noStrike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0903ACF-60A1-A4B0-8D52-EF13B5086EFB}"/>
              </a:ext>
            </a:extLst>
          </p:cNvPr>
          <p:cNvSpPr txBox="1"/>
          <p:nvPr/>
        </p:nvSpPr>
        <p:spPr>
          <a:xfrm>
            <a:off x="12534900" y="3448050"/>
            <a:ext cx="2832100" cy="431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6199"/>
              </a:lnSpc>
            </a:pPr>
            <a:r>
              <a:rPr lang="ko-KR" altLang="en-US" sz="2300">
                <a:solidFill>
                  <a:srgbClr val="FFFFFF"/>
                </a:solidFill>
                <a:latin typeface="Pretendard SemiBold"/>
                <a:ea typeface="Pretendard SemiBold"/>
              </a:rPr>
              <a:t>권역선택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E00C7CC6-CAC0-B8B0-9F91-7176193A92AD}"/>
              </a:ext>
            </a:extLst>
          </p:cNvPr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6296" y="4167281"/>
            <a:ext cx="4597400" cy="4000500"/>
          </a:xfrm>
          <a:prstGeom prst="rect">
            <a:avLst/>
          </a:prstGeom>
          <a:effectLst>
            <a:outerShdw blurRad="320040" dist="184638" dir="2700000">
              <a:srgbClr val="0E6D62">
                <a:alpha val="13000"/>
              </a:srgbClr>
            </a:outerShdw>
          </a:effectLst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7FDBCC8D-20DE-5D9E-CC3A-49D1A3F5F78B}"/>
              </a:ext>
            </a:extLst>
          </p:cNvPr>
          <p:cNvSpPr txBox="1"/>
          <p:nvPr/>
        </p:nvSpPr>
        <p:spPr>
          <a:xfrm>
            <a:off x="2628712" y="5430819"/>
            <a:ext cx="4377961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각 권역별 메인 이미지 제공 </a:t>
            </a:r>
            <a:endParaRPr lang="ko-KR" altLang="en-US" sz="22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5FE114E-4EBC-DE5A-F4D8-EF95B6BC022D}"/>
              </a:ext>
            </a:extLst>
          </p:cNvPr>
          <p:cNvSpPr txBox="1"/>
          <p:nvPr/>
        </p:nvSpPr>
        <p:spPr>
          <a:xfrm>
            <a:off x="2628713" y="4692090"/>
            <a:ext cx="381508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자동 전환</a:t>
            </a:r>
            <a:endParaRPr lang="ko-KR" alt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43285AF-074F-B22E-C5FA-0EF62AC4D145}"/>
              </a:ext>
            </a:extLst>
          </p:cNvPr>
          <p:cNvSpPr txBox="1"/>
          <p:nvPr/>
        </p:nvSpPr>
        <p:spPr>
          <a:xfrm>
            <a:off x="12217400" y="4692090"/>
            <a:ext cx="381508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,Sans-Serif"/>
              <a:buChar char="●"/>
            </a:pPr>
            <a:r>
              <a:rPr lang="ko-KR" altLang="en-US" sz="22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지도&amp;버튼으로 권역 선택 </a:t>
            </a:r>
            <a:r>
              <a:rPr lang="ko-KR" altLang="en-US" sz="2200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가능</a:t>
            </a:r>
            <a:endParaRPr lang="ko-KR" altLang="en-US" sz="220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22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7A92826-9BE2-5BFB-DF26-1A42A231F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697" y="3295275"/>
            <a:ext cx="4473051" cy="4815730"/>
          </a:xfrm>
          <a:prstGeom prst="rect">
            <a:avLst/>
          </a:prstGeom>
        </p:spPr>
      </p:pic>
      <p:sp>
        <p:nvSpPr>
          <p:cNvPr id="27" name="TextBox 20">
            <a:extLst>
              <a:ext uri="{FF2B5EF4-FFF2-40B4-BE49-F238E27FC236}">
                <a16:creationId xmlns:a16="http://schemas.microsoft.com/office/drawing/2014/main" id="{99F7AF7F-9BF3-7533-04BE-8D5E71B8BD0F}"/>
              </a:ext>
            </a:extLst>
          </p:cNvPr>
          <p:cNvSpPr txBox="1"/>
          <p:nvPr/>
        </p:nvSpPr>
        <p:spPr>
          <a:xfrm>
            <a:off x="2628712" y="6187216"/>
            <a:ext cx="4377961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버튼으로 슬라이더 이동 가능</a:t>
            </a:r>
            <a:endParaRPr lang="ko-KR" altLang="en-US" sz="2200" b="0" i="0" u="none" strike="noStrike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9" name="TextBox 23">
            <a:extLst>
              <a:ext uri="{FF2B5EF4-FFF2-40B4-BE49-F238E27FC236}">
                <a16:creationId xmlns:a16="http://schemas.microsoft.com/office/drawing/2014/main" id="{67479AF1-E6CF-B65F-C8D7-5A465F1FF583}"/>
              </a:ext>
            </a:extLst>
          </p:cNvPr>
          <p:cNvSpPr txBox="1"/>
          <p:nvPr/>
        </p:nvSpPr>
        <p:spPr>
          <a:xfrm>
            <a:off x="12221509" y="5640929"/>
            <a:ext cx="3628092" cy="73660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,Sans-Serif"/>
              <a:buChar char="●"/>
            </a:pPr>
            <a:r>
              <a:rPr 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권역별 지도는 항상 보이도록 설정</a:t>
            </a:r>
            <a:endParaRPr lang="en-US" altLang="ko-KR" sz="2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,Sans-Serif"/>
              <a:buChar char="●"/>
            </a:pPr>
            <a:endParaRPr lang="ko-KR" altLang="en-US" sz="22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E0AEF392-88C0-25BE-E2A5-E30D8CCCC4CA}"/>
              </a:ext>
            </a:extLst>
          </p:cNvPr>
          <p:cNvSpPr txBox="1"/>
          <p:nvPr/>
        </p:nvSpPr>
        <p:spPr>
          <a:xfrm>
            <a:off x="12221508" y="6599032"/>
            <a:ext cx="4377961" cy="736600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,Sans-Serif"/>
              <a:buChar char="●"/>
            </a:pPr>
            <a:r>
              <a:rPr 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영어 선택</a:t>
            </a:r>
            <a:r>
              <a:rPr lang="en-US" alt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시 권역 </a:t>
            </a:r>
            <a:r>
              <a:rPr lang="ko-KR" altLang="en-US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별 </a:t>
            </a:r>
            <a:r>
              <a:rPr 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번역 수정</a:t>
            </a:r>
            <a:endParaRPr lang="ko-KR" altLang="en-US" sz="2200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3365" lvl="1" indent="-253365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endParaRPr lang="ko-KR" alt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8EC3B5C5-D5CA-2F67-559C-02E9669B5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0" y="1244600"/>
            <a:ext cx="2806700" cy="482600"/>
          </a:xfrm>
          <a:prstGeom prst="rect">
            <a:avLst/>
          </a:prstGeom>
        </p:spPr>
      </p:pic>
      <p:sp>
        <p:nvSpPr>
          <p:cNvPr id="26" name="TextBox 10">
            <a:extLst>
              <a:ext uri="{FF2B5EF4-FFF2-40B4-BE49-F238E27FC236}">
                <a16:creationId xmlns:a16="http://schemas.microsoft.com/office/drawing/2014/main" id="{2C31B94B-8CE0-49DC-AADC-B95F4B5B656D}"/>
              </a:ext>
            </a:extLst>
          </p:cNvPr>
          <p:cNvSpPr txBox="1"/>
          <p:nvPr/>
        </p:nvSpPr>
        <p:spPr>
          <a:xfrm>
            <a:off x="7848600" y="1346200"/>
            <a:ext cx="25781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Main Product</a:t>
            </a:r>
            <a:endParaRPr lang="en-US" sz="15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68EC3246-CD24-0BF4-2A3F-18C6B524982F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21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CC88174-9B53-A5B1-3AA5-843314D23C58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32870F1-E08E-279F-6005-084B683BDF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23" name="Picture 5">
              <a:extLst>
                <a:ext uri="{FF2B5EF4-FFF2-40B4-BE49-F238E27FC236}">
                  <a16:creationId xmlns:a16="http://schemas.microsoft.com/office/drawing/2014/main" id="{6321D665-F8AE-B68E-05BF-05DC6F458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28" name="TextBox 9">
              <a:extLst>
                <a:ext uri="{FF2B5EF4-FFF2-40B4-BE49-F238E27FC236}">
                  <a16:creationId xmlns:a16="http://schemas.microsoft.com/office/drawing/2014/main" id="{80B9C93E-E1AF-AFD4-7999-973CB0246F47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상품페이지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736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8080" y="2541142"/>
            <a:ext cx="15844520" cy="6399658"/>
          </a:xfrm>
          <a:prstGeom prst="rect">
            <a:avLst/>
          </a:prstGeom>
        </p:spPr>
      </p:pic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7998BCBC-6619-7A4D-AE82-4590D867294D}"/>
              </a:ext>
            </a:extLst>
          </p:cNvPr>
          <p:cNvSpPr/>
          <p:nvPr/>
        </p:nvSpPr>
        <p:spPr>
          <a:xfrm>
            <a:off x="1885951" y="3149600"/>
            <a:ext cx="8667749" cy="508000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C82A061A-D0B2-A5D2-DFA8-CC1AF821B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90" b="34526"/>
          <a:stretch>
            <a:fillRect/>
          </a:stretch>
        </p:blipFill>
        <p:spPr>
          <a:xfrm>
            <a:off x="2235200" y="3407284"/>
            <a:ext cx="7886192" cy="457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0" y="1244600"/>
            <a:ext cx="28067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848600" y="1346200"/>
            <a:ext cx="25781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Sub Product - 1</a:t>
            </a:r>
            <a:endParaRPr lang="en-US" sz="1500" b="0" i="0" u="none" strike="noStrike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33600" y="4715384"/>
            <a:ext cx="1016000" cy="431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46400" y="4448684"/>
            <a:ext cx="368300" cy="3683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247900" y="4778884"/>
            <a:ext cx="774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67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Click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7445884"/>
            <a:ext cx="1016000" cy="431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4900" y="7166484"/>
            <a:ext cx="368300" cy="3683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477000" y="7509384"/>
            <a:ext cx="774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67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Click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43060" y="7314058"/>
            <a:ext cx="1016000" cy="4318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77960" y="7034658"/>
            <a:ext cx="368300" cy="368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9357360" y="7377558"/>
            <a:ext cx="774700" cy="304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1567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Click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30900" y="6823584"/>
            <a:ext cx="355600" cy="355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13100" y="4118484"/>
            <a:ext cx="355600" cy="355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5969000" y="6861684"/>
            <a:ext cx="26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15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63900" y="4156584"/>
            <a:ext cx="26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15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11260" y="6679058"/>
            <a:ext cx="355600" cy="355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8862060" y="6717158"/>
            <a:ext cx="2667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415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784635-87F2-DA16-0CDD-29802207B38E}"/>
              </a:ext>
            </a:extLst>
          </p:cNvPr>
          <p:cNvGrpSpPr/>
          <p:nvPr/>
        </p:nvGrpSpPr>
        <p:grpSpPr>
          <a:xfrm>
            <a:off x="11277600" y="3707258"/>
            <a:ext cx="4775200" cy="4063907"/>
            <a:chOff x="11277600" y="3707258"/>
            <a:chExt cx="4775200" cy="4063907"/>
          </a:xfrm>
        </p:grpSpPr>
        <p:sp>
          <p:nvSpPr>
            <p:cNvPr id="29" name="TextBox 29"/>
            <p:cNvSpPr txBox="1"/>
            <p:nvPr/>
          </p:nvSpPr>
          <p:spPr>
            <a:xfrm>
              <a:off x="11785600" y="3707258"/>
              <a:ext cx="3620304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251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상품 데이터베이스 연결</a:t>
              </a:r>
              <a:endParaRPr lang="en-US" sz="251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785600" y="4469258"/>
              <a:ext cx="41656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46" b="0" i="0" u="none" strike="noStrike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선택 데이터별 사진과 내용 연결</a:t>
              </a:r>
              <a:endParaRPr lang="en-US" sz="1846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1" name="Picture 3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77600" y="4316858"/>
              <a:ext cx="4749800" cy="254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11785600" y="5207407"/>
              <a:ext cx="2463800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2518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추천 기능</a:t>
              </a:r>
              <a:endParaRPr lang="en-US" sz="251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785600" y="5905907"/>
              <a:ext cx="42672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46" b="0" i="0" u="none" strike="noStrike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로그인 시 추천 기능 및 기타 인쇄</a:t>
              </a:r>
              <a:r>
                <a:rPr lang="en-US" altLang="ko-KR" sz="1846" b="0" i="0" u="none" strike="noStrike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1846" b="0" i="0" u="none" strike="noStrike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링크 활성화</a:t>
              </a:r>
              <a:endParaRPr lang="en-US" sz="1846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4" name="Picture 3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77600" y="5753507"/>
              <a:ext cx="4749800" cy="254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11785600" y="6732305"/>
              <a:ext cx="3620304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2518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로그인</a:t>
              </a:r>
              <a:r>
                <a:rPr lang="en-US" altLang="ko-KR" sz="2518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/</a:t>
              </a:r>
              <a:r>
                <a:rPr lang="ko-KR" altLang="en-US" sz="2518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비로그인 구분</a:t>
              </a:r>
              <a:endParaRPr lang="en-US" sz="2518" b="0" i="0" u="none" strike="noStrike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785600" y="7415565"/>
              <a:ext cx="41656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46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로그인 여부에 따라 구매 가격 및 할인가 안내</a:t>
              </a:r>
              <a:endParaRPr lang="en-US" sz="1846" b="0" i="0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37" name="Picture 3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77600" y="7263165"/>
              <a:ext cx="4749800" cy="25400"/>
            </a:xfrm>
            <a:prstGeom prst="rect">
              <a:avLst/>
            </a:prstGeom>
          </p:spPr>
        </p:pic>
        <p:pic>
          <p:nvPicPr>
            <p:cNvPr id="38" name="Picture 3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277600" y="3758058"/>
              <a:ext cx="355600" cy="35560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11328400" y="3796158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1</a:t>
              </a:r>
            </a:p>
          </p:txBody>
        </p:sp>
        <p:pic>
          <p:nvPicPr>
            <p:cNvPr id="40" name="Picture 4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277600" y="5270907"/>
              <a:ext cx="355600" cy="355600"/>
            </a:xfrm>
            <a:prstGeom prst="rect">
              <a:avLst/>
            </a:prstGeom>
          </p:spPr>
        </p:pic>
        <p:sp>
          <p:nvSpPr>
            <p:cNvPr id="41" name="TextBox 41"/>
            <p:cNvSpPr txBox="1"/>
            <p:nvPr/>
          </p:nvSpPr>
          <p:spPr>
            <a:xfrm>
              <a:off x="11328400" y="5309007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2</a:t>
              </a:r>
            </a:p>
          </p:txBody>
        </p:sp>
        <p:pic>
          <p:nvPicPr>
            <p:cNvPr id="42" name="Picture 4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277600" y="6780565"/>
              <a:ext cx="355600" cy="3556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11328400" y="681866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</a:p>
          </p:txBody>
        </p:sp>
      </p:grpSp>
      <p:sp>
        <p:nvSpPr>
          <p:cNvPr id="47" name="TextBox 11">
            <a:extLst>
              <a:ext uri="{FF2B5EF4-FFF2-40B4-BE49-F238E27FC236}">
                <a16:creationId xmlns:a16="http://schemas.microsoft.com/office/drawing/2014/main" id="{86973730-2FEC-4FF7-2692-CA1AA36DDBE8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22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C6B3504-BAD6-9A70-A07A-348213B53CD1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49" name="Picture 4">
              <a:extLst>
                <a:ext uri="{FF2B5EF4-FFF2-40B4-BE49-F238E27FC236}">
                  <a16:creationId xmlns:a16="http://schemas.microsoft.com/office/drawing/2014/main" id="{AA55DB0C-3538-1984-BFF0-BEE8433FE9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50" name="Picture 5">
              <a:extLst>
                <a:ext uri="{FF2B5EF4-FFF2-40B4-BE49-F238E27FC236}">
                  <a16:creationId xmlns:a16="http://schemas.microsoft.com/office/drawing/2014/main" id="{B9521BE2-289F-FE00-6665-8A1818E7E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51" name="TextBox 9">
              <a:extLst>
                <a:ext uri="{FF2B5EF4-FFF2-40B4-BE49-F238E27FC236}">
                  <a16:creationId xmlns:a16="http://schemas.microsoft.com/office/drawing/2014/main" id="{0E7E65D0-2692-A565-E43B-D1E13830AD73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상품 상세페이지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0" y="2338588"/>
            <a:ext cx="16700500" cy="6703811"/>
          </a:xfrm>
          <a:prstGeom prst="rect">
            <a:avLst/>
          </a:prstGeom>
        </p:spPr>
      </p:pic>
      <p:sp>
        <p:nvSpPr>
          <p:cNvPr id="8" name="Rounded Rectangle 41">
            <a:extLst>
              <a:ext uri="{FF2B5EF4-FFF2-40B4-BE49-F238E27FC236}">
                <a16:creationId xmlns:a16="http://schemas.microsoft.com/office/drawing/2014/main" id="{4AE2F76A-813F-B6E4-37B5-AF5AFCE05825}"/>
              </a:ext>
            </a:extLst>
          </p:cNvPr>
          <p:cNvSpPr/>
          <p:nvPr/>
        </p:nvSpPr>
        <p:spPr>
          <a:xfrm>
            <a:off x="1139109" y="3027973"/>
            <a:ext cx="9947991" cy="5298310"/>
          </a:xfrm>
          <a:prstGeom prst="roundRect">
            <a:avLst>
              <a:gd name="adj" fmla="val 4000"/>
            </a:avLst>
          </a:prstGeom>
          <a:solidFill>
            <a:srgbClr val="E3ECEA"/>
          </a:solidFill>
          <a:ln w="19050">
            <a:solidFill>
              <a:srgbClr val="7FA39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20040" rtlCol="0" anchor="t"/>
          <a:lstStyle/>
          <a:p>
            <a:pPr algn="ctr"/>
            <a:endParaRPr sz="1400" b="0">
              <a:solidFill>
                <a:srgbClr val="4F7870"/>
              </a:solidFill>
              <a:latin typeface="Pretendard Regular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9C0DD92A-80E0-DCE5-1081-6193717A0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21" t="10754" r="10636" b="18928"/>
          <a:stretch>
            <a:fillRect/>
          </a:stretch>
        </p:blipFill>
        <p:spPr>
          <a:xfrm>
            <a:off x="1450450" y="3326797"/>
            <a:ext cx="5293964" cy="472748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44600"/>
            <a:ext cx="28067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7848600" y="1346200"/>
            <a:ext cx="25781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/>
            <a:r>
              <a:rPr lang="en-US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Sub Product - 2</a:t>
            </a:r>
            <a:endParaRPr lang="en-US" sz="1500" b="0" i="0" u="none" strike="noStrike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3FF00CC-E08F-3CB1-A518-0C66D160CB04}"/>
              </a:ext>
            </a:extLst>
          </p:cNvPr>
          <p:cNvGrpSpPr/>
          <p:nvPr/>
        </p:nvGrpSpPr>
        <p:grpSpPr>
          <a:xfrm>
            <a:off x="1613366" y="3315873"/>
            <a:ext cx="1435100" cy="1028700"/>
            <a:chOff x="990600" y="3333635"/>
            <a:chExt cx="1435100" cy="1028700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90600" y="3930535"/>
              <a:ext cx="1016000" cy="431800"/>
            </a:xfrm>
            <a:prstGeom prst="rect">
              <a:avLst/>
            </a:prstGeom>
          </p:spPr>
        </p:pic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03400" y="3663835"/>
              <a:ext cx="368300" cy="3683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104900" y="3994035"/>
              <a:ext cx="7747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67" b="0" i="0" u="none" strike="noStrike">
                  <a:solidFill>
                    <a:srgbClr val="FFFFFF"/>
                  </a:solidFill>
                  <a:latin typeface="Pretendard Regular"/>
                  <a:ea typeface="Pretendard Regular"/>
                  <a:cs typeface="Pretendard Regular"/>
                </a:rPr>
                <a:t>Click</a:t>
              </a:r>
            </a:p>
          </p:txBody>
        </p:sp>
        <p:pic>
          <p:nvPicPr>
            <p:cNvPr id="24" name="Picture 2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70100" y="3333635"/>
              <a:ext cx="355600" cy="355600"/>
            </a:xfrm>
            <a:prstGeom prst="rect">
              <a:avLst/>
            </a:prstGeom>
          </p:spPr>
        </p:pic>
        <p:sp>
          <p:nvSpPr>
            <p:cNvPr id="26" name="TextBox 26"/>
            <p:cNvSpPr txBox="1"/>
            <p:nvPr/>
          </p:nvSpPr>
          <p:spPr>
            <a:xfrm>
              <a:off x="2120900" y="337173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1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B021B1F-42DB-B5C8-C334-4615C1901500}"/>
              </a:ext>
            </a:extLst>
          </p:cNvPr>
          <p:cNvGrpSpPr/>
          <p:nvPr/>
        </p:nvGrpSpPr>
        <p:grpSpPr>
          <a:xfrm>
            <a:off x="11906250" y="3601623"/>
            <a:ext cx="4775200" cy="4063907"/>
            <a:chOff x="11277600" y="3707258"/>
            <a:chExt cx="4775200" cy="4063907"/>
          </a:xfrm>
        </p:grpSpPr>
        <p:sp>
          <p:nvSpPr>
            <p:cNvPr id="44" name="TextBox 29">
              <a:extLst>
                <a:ext uri="{FF2B5EF4-FFF2-40B4-BE49-F238E27FC236}">
                  <a16:creationId xmlns:a16="http://schemas.microsoft.com/office/drawing/2014/main" id="{C4470861-48A5-6000-556B-4C9F8761470F}"/>
                </a:ext>
              </a:extLst>
            </p:cNvPr>
            <p:cNvSpPr txBox="1"/>
            <p:nvPr/>
          </p:nvSpPr>
          <p:spPr>
            <a:xfrm>
              <a:off x="11785600" y="3707258"/>
              <a:ext cx="3620304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251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상품 정보 탭</a:t>
              </a:r>
              <a:endParaRPr lang="en-US" sz="251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47" name="TextBox 30">
              <a:extLst>
                <a:ext uri="{FF2B5EF4-FFF2-40B4-BE49-F238E27FC236}">
                  <a16:creationId xmlns:a16="http://schemas.microsoft.com/office/drawing/2014/main" id="{19BA195D-3A2C-924B-BCBE-E622428FFFF2}"/>
                </a:ext>
              </a:extLst>
            </p:cNvPr>
            <p:cNvSpPr txBox="1"/>
            <p:nvPr/>
          </p:nvSpPr>
          <p:spPr>
            <a:xfrm>
              <a:off x="11785600" y="4469258"/>
              <a:ext cx="41656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846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일정 및 상세일정</a:t>
              </a:r>
              <a:r>
                <a:rPr lang="en-US" altLang="ko-KR" sz="1846" b="0" i="0" u="none" strike="noStrike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1846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지도</a:t>
              </a:r>
              <a:r>
                <a:rPr lang="en-US" altLang="ko-KR" sz="1846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, </a:t>
              </a:r>
              <a:r>
                <a:rPr lang="ko-KR" altLang="en-US" sz="1846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추가 정보 선택 가능</a:t>
              </a:r>
              <a:endParaRPr lang="en-US" sz="1846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48" name="Picture 31">
              <a:extLst>
                <a:ext uri="{FF2B5EF4-FFF2-40B4-BE49-F238E27FC236}">
                  <a16:creationId xmlns:a16="http://schemas.microsoft.com/office/drawing/2014/main" id="{BB1927D1-E755-8089-20F7-0F3D165456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77600" y="4316858"/>
              <a:ext cx="4749800" cy="25400"/>
            </a:xfrm>
            <a:prstGeom prst="rect">
              <a:avLst/>
            </a:prstGeom>
          </p:spPr>
        </p:pic>
        <p:sp>
          <p:nvSpPr>
            <p:cNvPr id="49" name="TextBox 32">
              <a:extLst>
                <a:ext uri="{FF2B5EF4-FFF2-40B4-BE49-F238E27FC236}">
                  <a16:creationId xmlns:a16="http://schemas.microsoft.com/office/drawing/2014/main" id="{2B9C9D36-AC64-8830-9E8E-AE0C9E88F0E0}"/>
                </a:ext>
              </a:extLst>
            </p:cNvPr>
            <p:cNvSpPr txBox="1"/>
            <p:nvPr/>
          </p:nvSpPr>
          <p:spPr>
            <a:xfrm>
              <a:off x="11785600" y="5207407"/>
              <a:ext cx="2463800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51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기타 유의사항 안내</a:t>
              </a:r>
              <a:endParaRPr lang="en-US" altLang="ko-KR" sz="2518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0" name="TextBox 33">
              <a:extLst>
                <a:ext uri="{FF2B5EF4-FFF2-40B4-BE49-F238E27FC236}">
                  <a16:creationId xmlns:a16="http://schemas.microsoft.com/office/drawing/2014/main" id="{F20002D2-10C3-1FD0-F211-2C25D7E9C8EF}"/>
                </a:ext>
              </a:extLst>
            </p:cNvPr>
            <p:cNvSpPr txBox="1"/>
            <p:nvPr/>
          </p:nvSpPr>
          <p:spPr>
            <a:xfrm>
              <a:off x="11785600" y="5905907"/>
              <a:ext cx="42672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1846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유의사항 및 취소 환불 규정 안내</a:t>
              </a:r>
              <a:endParaRPr lang="en-US" altLang="ko-KR" sz="184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51" name="Picture 34">
              <a:extLst>
                <a:ext uri="{FF2B5EF4-FFF2-40B4-BE49-F238E27FC236}">
                  <a16:creationId xmlns:a16="http://schemas.microsoft.com/office/drawing/2014/main" id="{65562290-A4D4-A085-7F44-B1187A68F8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77600" y="5753507"/>
              <a:ext cx="4749800" cy="25400"/>
            </a:xfrm>
            <a:prstGeom prst="rect">
              <a:avLst/>
            </a:prstGeom>
          </p:spPr>
        </p:pic>
        <p:sp>
          <p:nvSpPr>
            <p:cNvPr id="52" name="TextBox 35">
              <a:extLst>
                <a:ext uri="{FF2B5EF4-FFF2-40B4-BE49-F238E27FC236}">
                  <a16:creationId xmlns:a16="http://schemas.microsoft.com/office/drawing/2014/main" id="{BA55EA0F-5CB9-AEEC-D94B-5EEE30AEEF3B}"/>
                </a:ext>
              </a:extLst>
            </p:cNvPr>
            <p:cNvSpPr txBox="1"/>
            <p:nvPr/>
          </p:nvSpPr>
          <p:spPr>
            <a:xfrm>
              <a:off x="11785600" y="6732305"/>
              <a:ext cx="3620304" cy="469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251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이용자 후기</a:t>
              </a:r>
              <a:endParaRPr lang="en-US" altLang="ko-KR" sz="2518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53" name="TextBox 36">
              <a:extLst>
                <a:ext uri="{FF2B5EF4-FFF2-40B4-BE49-F238E27FC236}">
                  <a16:creationId xmlns:a16="http://schemas.microsoft.com/office/drawing/2014/main" id="{E6575776-BD09-CB80-9837-46A050465BDC}"/>
                </a:ext>
              </a:extLst>
            </p:cNvPr>
            <p:cNvSpPr txBox="1"/>
            <p:nvPr/>
          </p:nvSpPr>
          <p:spPr>
            <a:xfrm>
              <a:off x="11785600" y="7415565"/>
              <a:ext cx="4165600" cy="3556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>
                <a:lnSpc>
                  <a:spcPct val="116199"/>
                </a:lnSpc>
              </a:pPr>
              <a:r>
                <a:rPr lang="ko-KR" altLang="en-US" sz="1846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후기 및 이용자별 후기 수정 페이지 이동 기능</a:t>
              </a:r>
              <a:endParaRPr lang="en-US" altLang="ko-KR" sz="1846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  <p:pic>
          <p:nvPicPr>
            <p:cNvPr id="54" name="Picture 37">
              <a:extLst>
                <a:ext uri="{FF2B5EF4-FFF2-40B4-BE49-F238E27FC236}">
                  <a16:creationId xmlns:a16="http://schemas.microsoft.com/office/drawing/2014/main" id="{17BD0E15-35AA-781F-466F-568807BAE7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277600" y="7263165"/>
              <a:ext cx="4749800" cy="25400"/>
            </a:xfrm>
            <a:prstGeom prst="rect">
              <a:avLst/>
            </a:prstGeom>
          </p:spPr>
        </p:pic>
        <p:pic>
          <p:nvPicPr>
            <p:cNvPr id="55" name="Picture 38">
              <a:extLst>
                <a:ext uri="{FF2B5EF4-FFF2-40B4-BE49-F238E27FC236}">
                  <a16:creationId xmlns:a16="http://schemas.microsoft.com/office/drawing/2014/main" id="{3356F985-5DDE-27B3-A227-D361CAD93E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77600" y="3758058"/>
              <a:ext cx="355600" cy="355600"/>
            </a:xfrm>
            <a:prstGeom prst="rect">
              <a:avLst/>
            </a:prstGeom>
          </p:spPr>
        </p:pic>
        <p:sp>
          <p:nvSpPr>
            <p:cNvPr id="56" name="TextBox 39">
              <a:extLst>
                <a:ext uri="{FF2B5EF4-FFF2-40B4-BE49-F238E27FC236}">
                  <a16:creationId xmlns:a16="http://schemas.microsoft.com/office/drawing/2014/main" id="{45E12B57-2A39-3067-B4A6-1750CE500D73}"/>
                </a:ext>
              </a:extLst>
            </p:cNvPr>
            <p:cNvSpPr txBox="1"/>
            <p:nvPr/>
          </p:nvSpPr>
          <p:spPr>
            <a:xfrm>
              <a:off x="11328400" y="3796158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1</a:t>
              </a:r>
            </a:p>
          </p:txBody>
        </p:sp>
        <p:pic>
          <p:nvPicPr>
            <p:cNvPr id="57" name="Picture 40">
              <a:extLst>
                <a:ext uri="{FF2B5EF4-FFF2-40B4-BE49-F238E27FC236}">
                  <a16:creationId xmlns:a16="http://schemas.microsoft.com/office/drawing/2014/main" id="{6E900E6A-7522-81CC-837F-AC9FE34661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77600" y="5270907"/>
              <a:ext cx="355600" cy="355600"/>
            </a:xfrm>
            <a:prstGeom prst="rect">
              <a:avLst/>
            </a:prstGeom>
          </p:spPr>
        </p:pic>
        <p:sp>
          <p:nvSpPr>
            <p:cNvPr id="58" name="TextBox 41">
              <a:extLst>
                <a:ext uri="{FF2B5EF4-FFF2-40B4-BE49-F238E27FC236}">
                  <a16:creationId xmlns:a16="http://schemas.microsoft.com/office/drawing/2014/main" id="{8F1BE309-ECF7-5598-35C3-38A25FC5410C}"/>
                </a:ext>
              </a:extLst>
            </p:cNvPr>
            <p:cNvSpPr txBox="1"/>
            <p:nvPr/>
          </p:nvSpPr>
          <p:spPr>
            <a:xfrm>
              <a:off x="11328400" y="5309007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2</a:t>
              </a:r>
            </a:p>
          </p:txBody>
        </p:sp>
        <p:pic>
          <p:nvPicPr>
            <p:cNvPr id="59" name="Picture 42">
              <a:extLst>
                <a:ext uri="{FF2B5EF4-FFF2-40B4-BE49-F238E27FC236}">
                  <a16:creationId xmlns:a16="http://schemas.microsoft.com/office/drawing/2014/main" id="{A2EE29E7-146D-8EA2-1D1F-F8E77A28D9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277600" y="6780565"/>
              <a:ext cx="355600" cy="355600"/>
            </a:xfrm>
            <a:prstGeom prst="rect">
              <a:avLst/>
            </a:prstGeom>
          </p:spPr>
        </p:pic>
        <p:sp>
          <p:nvSpPr>
            <p:cNvPr id="60" name="TextBox 43">
              <a:extLst>
                <a:ext uri="{FF2B5EF4-FFF2-40B4-BE49-F238E27FC236}">
                  <a16:creationId xmlns:a16="http://schemas.microsoft.com/office/drawing/2014/main" id="{688D6E23-0B01-EF0E-675B-6F73FA794416}"/>
                </a:ext>
              </a:extLst>
            </p:cNvPr>
            <p:cNvSpPr txBox="1"/>
            <p:nvPr/>
          </p:nvSpPr>
          <p:spPr>
            <a:xfrm>
              <a:off x="11328400" y="6818665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</a:p>
          </p:txBody>
        </p:sp>
      </p:grpSp>
      <p:sp>
        <p:nvSpPr>
          <p:cNvPr id="62" name="TextBox 11">
            <a:extLst>
              <a:ext uri="{FF2B5EF4-FFF2-40B4-BE49-F238E27FC236}">
                <a16:creationId xmlns:a16="http://schemas.microsoft.com/office/drawing/2014/main" id="{17A8C2DC-5B6B-ABC6-BFE7-8C0337A5DE51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23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8EF6120-C331-8DA6-383D-BB050500887B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64" name="Picture 4">
              <a:extLst>
                <a:ext uri="{FF2B5EF4-FFF2-40B4-BE49-F238E27FC236}">
                  <a16:creationId xmlns:a16="http://schemas.microsoft.com/office/drawing/2014/main" id="{BB146939-0D3D-0160-A2B6-2C93240D18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65" name="Picture 5">
              <a:extLst>
                <a:ext uri="{FF2B5EF4-FFF2-40B4-BE49-F238E27FC236}">
                  <a16:creationId xmlns:a16="http://schemas.microsoft.com/office/drawing/2014/main" id="{CBDED67A-E541-F7CB-33E6-A06BEB698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66" name="TextBox 9">
              <a:extLst>
                <a:ext uri="{FF2B5EF4-FFF2-40B4-BE49-F238E27FC236}">
                  <a16:creationId xmlns:a16="http://schemas.microsoft.com/office/drawing/2014/main" id="{4572BC15-4B2F-04CA-5680-FC89753AAC46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상품 상세페이지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pic>
        <p:nvPicPr>
          <p:cNvPr id="68" name="그림 67">
            <a:extLst>
              <a:ext uri="{FF2B5EF4-FFF2-40B4-BE49-F238E27FC236}">
                <a16:creationId xmlns:a16="http://schemas.microsoft.com/office/drawing/2014/main" id="{C74A86A3-81B5-64FD-67E7-A0142C638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1273" t="13685" r="12801" b="7235"/>
          <a:stretch>
            <a:fillRect/>
          </a:stretch>
        </p:blipFill>
        <p:spPr>
          <a:xfrm>
            <a:off x="6278498" y="3339727"/>
            <a:ext cx="4535029" cy="4714553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54524505-A2AA-95F4-853A-770CC6961226}"/>
              </a:ext>
            </a:extLst>
          </p:cNvPr>
          <p:cNvGrpSpPr/>
          <p:nvPr/>
        </p:nvGrpSpPr>
        <p:grpSpPr>
          <a:xfrm>
            <a:off x="9319260" y="3442873"/>
            <a:ext cx="1435100" cy="1054100"/>
            <a:chOff x="7139384" y="6957812"/>
            <a:chExt cx="1435100" cy="1054100"/>
          </a:xfrm>
        </p:grpSpPr>
        <p:pic>
          <p:nvPicPr>
            <p:cNvPr id="17" name="Picture 1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58484" y="7580112"/>
              <a:ext cx="1016000" cy="431800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393384" y="7300712"/>
              <a:ext cx="368300" cy="3683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7685484" y="7643612"/>
              <a:ext cx="7747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67" b="0" i="0" u="none" strike="noStrike" dirty="0">
                  <a:solidFill>
                    <a:srgbClr val="FFFFFF"/>
                  </a:solidFill>
                  <a:latin typeface="Pretendard Regular"/>
                  <a:ea typeface="Pretendard Regular"/>
                  <a:cs typeface="Pretendard Regular"/>
                </a:rPr>
                <a:t>Click</a:t>
              </a:r>
            </a:p>
          </p:txBody>
        </p:sp>
        <p:pic>
          <p:nvPicPr>
            <p:cNvPr id="23" name="Picture 2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139384" y="6957812"/>
              <a:ext cx="355600" cy="3556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177484" y="6995912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2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AD0CDC7-7EEB-EA30-59A7-FB99A8DFF762}"/>
              </a:ext>
            </a:extLst>
          </p:cNvPr>
          <p:cNvGrpSpPr/>
          <p:nvPr/>
        </p:nvGrpSpPr>
        <p:grpSpPr>
          <a:xfrm>
            <a:off x="9865360" y="7571237"/>
            <a:ext cx="1447800" cy="1066800"/>
            <a:chOff x="7887414" y="5529873"/>
            <a:chExt cx="1447800" cy="1066800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319214" y="6164873"/>
              <a:ext cx="1016000" cy="431800"/>
            </a:xfrm>
            <a:prstGeom prst="rect">
              <a:avLst/>
            </a:prstGeom>
          </p:spPr>
        </p:pic>
        <p:pic>
          <p:nvPicPr>
            <p:cNvPr id="21" name="Picture 2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54114" y="5885473"/>
              <a:ext cx="368300" cy="3683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433514" y="6228373"/>
              <a:ext cx="774700" cy="30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1567" b="0" i="0" u="none" strike="noStrike">
                  <a:solidFill>
                    <a:srgbClr val="FFFFFF"/>
                  </a:solidFill>
                  <a:latin typeface="Pretendard Regular"/>
                  <a:ea typeface="Pretendard Regular"/>
                  <a:cs typeface="Pretendard Regular"/>
                </a:rPr>
                <a:t>Click</a:t>
              </a:r>
            </a:p>
          </p:txBody>
        </p:sp>
        <p:pic>
          <p:nvPicPr>
            <p:cNvPr id="27" name="Picture 27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887414" y="5529873"/>
              <a:ext cx="355600" cy="355600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7938214" y="5567973"/>
              <a:ext cx="266700" cy="2794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1415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5340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1767" y="2870200"/>
            <a:ext cx="16138833" cy="584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5600" y="1244600"/>
            <a:ext cx="2349500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089900" y="1346200"/>
            <a:ext cx="20955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  <a:defRPr/>
            </a:pPr>
            <a:r>
              <a:rPr lang="en-US" sz="15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Reservation page</a:t>
            </a:r>
            <a:endParaRPr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01567" y="5791200"/>
            <a:ext cx="148082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7178367" y="5791200"/>
            <a:ext cx="50546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1348" y="3403600"/>
            <a:ext cx="520700" cy="5207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931348" y="4038600"/>
            <a:ext cx="3399658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여행 인원수</a:t>
            </a:r>
            <a:r>
              <a:rPr kumimoji="0" lang="en-US" altLang="ko-KR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&amp;</a:t>
            </a:r>
            <a:r>
              <a:rPr kumimoji="0" lang="ko-KR" alt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날짜 선택</a:t>
            </a:r>
            <a:endParaRPr kumimoji="0" lang="en-US" sz="2434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918648" y="4610100"/>
            <a:ext cx="4356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버튼을 통하여 이용객을 설정할 수 있으며</a:t>
            </a:r>
            <a:r>
              <a:rPr kumimoji="0" lang="en-US" altLang="ko-KR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 </a:t>
            </a: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이에 따라 밑에 여행객 상세정보에 입력할 이용자 정보도 변동함</a:t>
            </a:r>
            <a:r>
              <a:rPr kumimoji="0" lang="en-US" altLang="ko-KR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여행 날짜 또한 선택할 수 있음</a:t>
            </a:r>
            <a:endParaRPr kumimoji="0" lang="en-US" sz="1446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15567" y="3401961"/>
            <a:ext cx="520700" cy="520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2715567" y="4036961"/>
            <a:ext cx="35306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여행지 연계 숙박 안내</a:t>
            </a:r>
            <a:endParaRPr kumimoji="0" lang="en-US" sz="2434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702867" y="4608461"/>
            <a:ext cx="4356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로그인 후 결제 페이지에 들어갈 경우</a:t>
            </a:r>
            <a:r>
              <a:rPr kumimoji="0" lang="en-US" altLang="ko-KR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 </a:t>
            </a: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상세 페이지 일정 이후 개인 일정을 즐길 수 있도록 연계 숙박도 함께 예약할 수 있는 추천 시스템</a:t>
            </a:r>
            <a:endParaRPr kumimoji="0" lang="en-US" sz="1446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31348" y="6057900"/>
            <a:ext cx="520700" cy="5207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4931348" y="6705600"/>
            <a:ext cx="36068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약관 및 개인정보 동의</a:t>
            </a:r>
            <a:endParaRPr kumimoji="0" lang="en-US" sz="2434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918648" y="7264400"/>
            <a:ext cx="4356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여행 물품 구매 전 약관을 읽고 동의하지 않으면 결제 페이지로 넘어갈 수 없게 함으로써 이용객이 주요 정보를 다시 확인할 수 있음과 동시에 이후의 계약 분쟁을 방지함</a:t>
            </a:r>
            <a:endParaRPr kumimoji="0" lang="en-US" sz="1446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15567" y="6056261"/>
            <a:ext cx="520700" cy="520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2715567" y="6703961"/>
            <a:ext cx="32131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34" b="0" i="0" u="none" strike="noStrike" kern="1200" cap="none" spc="0" normalizeH="0" baseline="0" noProof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추천 근처 여행지</a:t>
            </a:r>
            <a:endParaRPr kumimoji="0" lang="en-US" sz="2434" b="0" i="0" u="none" strike="noStrike" kern="1200" cap="none" spc="0" normalizeH="0" baseline="0" noProof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15567" y="7262761"/>
            <a:ext cx="43561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예약 내용 확인 및</a:t>
            </a:r>
            <a:r>
              <a:rPr kumimoji="0" lang="en-US" altLang="ko-KR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ko-KR" altLang="en-US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구매 여행지 근처 다른 추천 여행지를 함께 보여줌으로써 이용객의 다음 여행지에 대해 고민해볼 수 있도록 함</a:t>
            </a:r>
            <a:r>
              <a:rPr kumimoji="0" lang="en-US" altLang="ko-KR" sz="1446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.</a:t>
            </a:r>
            <a:endParaRPr kumimoji="0" lang="en-US" sz="1446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7548" y="3479800"/>
            <a:ext cx="368300" cy="368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91767" y="3478161"/>
            <a:ext cx="368300" cy="368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2948" y="6134100"/>
            <a:ext cx="368300" cy="368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17167" y="6132461"/>
            <a:ext cx="368300" cy="36830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FFA269F-2C8F-57ED-9654-C8686060CF4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0723" r="21453"/>
          <a:stretch>
            <a:fillRect/>
          </a:stretch>
        </p:blipFill>
        <p:spPr>
          <a:xfrm>
            <a:off x="10083738" y="3063052"/>
            <a:ext cx="2200910" cy="254568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24685786-23BE-ED61-BE1E-A401AFCB371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1285" t="8935" r="23266" b="21849"/>
          <a:stretch>
            <a:fillRect/>
          </a:stretch>
        </p:blipFill>
        <p:spPr>
          <a:xfrm>
            <a:off x="10007925" y="6269136"/>
            <a:ext cx="2390142" cy="2072270"/>
          </a:xfrm>
          <a:prstGeom prst="rect">
            <a:avLst/>
          </a:prstGeom>
        </p:spPr>
      </p:pic>
      <p:sp>
        <p:nvSpPr>
          <p:cNvPr id="8" name="Picture 13">
            <a:extLst>
              <a:ext uri="{FF2B5EF4-FFF2-40B4-BE49-F238E27FC236}">
                <a16:creationId xmlns:a16="http://schemas.microsoft.com/office/drawing/2014/main" id="{761ABAAC-CC7D-0443-8B57-CFB39CBC1EC5}"/>
              </a:ext>
            </a:extLst>
          </p:cNvPr>
          <p:cNvSpPr/>
          <p:nvPr/>
        </p:nvSpPr>
        <p:spPr>
          <a:xfrm>
            <a:off x="594116" y="2093544"/>
            <a:ext cx="3841051" cy="7649200"/>
          </a:xfrm>
          <a:prstGeom prst="roundRect">
            <a:avLst>
              <a:gd name="adj" fmla="val 6396"/>
            </a:avLst>
          </a:prstGeom>
          <a:gradFill>
            <a:gsLst>
              <a:gs pos="0">
                <a:srgbClr val="0E6D62"/>
              </a:gs>
              <a:gs pos="50000">
                <a:srgbClr val="0D574F"/>
              </a:gs>
              <a:gs pos="100000">
                <a:srgbClr val="0C423C"/>
              </a:gs>
            </a:gsLst>
            <a:lin ang="12000000" scaled="1"/>
          </a:gradFill>
          <a:ln w="50447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776628D-E991-B7B5-D6A5-868B3660A72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689" y="2263140"/>
            <a:ext cx="3501259" cy="7289800"/>
          </a:xfrm>
          <a:prstGeom prst="rect">
            <a:avLst/>
          </a:prstGeom>
        </p:spPr>
      </p:pic>
      <p:sp>
        <p:nvSpPr>
          <p:cNvPr id="32" name="TextBox 11">
            <a:extLst>
              <a:ext uri="{FF2B5EF4-FFF2-40B4-BE49-F238E27FC236}">
                <a16:creationId xmlns:a16="http://schemas.microsoft.com/office/drawing/2014/main" id="{E32817D9-F241-F3D3-72AF-4490933CE979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24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EAECF141-D12F-7515-B31B-242AC04F28C0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8F297A1-D1D4-D08C-E0D8-6D0B5AF8B8A6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36" name="Picture 4">
              <a:extLst>
                <a:ext uri="{FF2B5EF4-FFF2-40B4-BE49-F238E27FC236}">
                  <a16:creationId xmlns:a16="http://schemas.microsoft.com/office/drawing/2014/main" id="{D25716F6-E393-3023-DB70-24FD3A6AE6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37" name="Picture 5">
              <a:extLst>
                <a:ext uri="{FF2B5EF4-FFF2-40B4-BE49-F238E27FC236}">
                  <a16:creationId xmlns:a16="http://schemas.microsoft.com/office/drawing/2014/main" id="{6CEFAC66-F733-2BF5-B001-14A6F1333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39" name="TextBox 9">
              <a:extLst>
                <a:ext uri="{FF2B5EF4-FFF2-40B4-BE49-F238E27FC236}">
                  <a16:creationId xmlns:a16="http://schemas.microsoft.com/office/drawing/2014/main" id="{FEEBA02D-9E5B-7414-68AF-21DBF9C78DA3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예약 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2118360"/>
            <a:ext cx="16700500" cy="6822440"/>
          </a:xfrm>
          <a:prstGeom prst="rect">
            <a:avLst/>
          </a:prstGeom>
        </p:spPr>
      </p:pic>
      <p:grpSp>
        <p:nvGrpSpPr>
          <p:cNvPr id="36" name="그룹 35">
            <a:extLst>
              <a:ext uri="{FF2B5EF4-FFF2-40B4-BE49-F238E27FC236}">
                <a16:creationId xmlns:a16="http://schemas.microsoft.com/office/drawing/2014/main" id="{85873953-6264-EFE3-FF68-4BDCE515ECA8}"/>
              </a:ext>
            </a:extLst>
          </p:cNvPr>
          <p:cNvGrpSpPr/>
          <p:nvPr/>
        </p:nvGrpSpPr>
        <p:grpSpPr>
          <a:xfrm>
            <a:off x="1888533" y="3273580"/>
            <a:ext cx="4884333" cy="5276059"/>
            <a:chOff x="2044700" y="3993945"/>
            <a:chExt cx="4597400" cy="4000500"/>
          </a:xfrm>
        </p:grpSpPr>
        <p:pic>
          <p:nvPicPr>
            <p:cNvPr id="19" name="Picture 19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44700" y="3993945"/>
              <a:ext cx="4597400" cy="4000500"/>
            </a:xfrm>
            <a:prstGeom prst="rect">
              <a:avLst/>
            </a:prstGeom>
            <a:effectLst>
              <a:outerShdw blurRad="320040" dist="18463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21" name="TextBox 21"/>
            <p:cNvSpPr txBox="1"/>
            <p:nvPr/>
          </p:nvSpPr>
          <p:spPr>
            <a:xfrm>
              <a:off x="2486597" y="4332235"/>
              <a:ext cx="3642801" cy="61322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53873" lvl="1" indent="-253873" algn="l">
                <a:lnSpc>
                  <a:spcPct val="116199"/>
                </a:lnSpc>
                <a:buClr>
                  <a:srgbClr val="000000"/>
                </a:buClr>
                <a:buFont typeface="Arial"/>
                <a:buChar char="●"/>
              </a:pPr>
              <a:r>
                <a:rPr lang="ko-KR" altLang="en-US" sz="22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 Regular"/>
                </a:rPr>
                <a:t>해당 상품에 대한 후기를 찾거나  직접 후기 작성 가능</a:t>
              </a:r>
              <a:endParaRPr lang="en-US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8472" y="1244600"/>
            <a:ext cx="1591056" cy="482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05638" y="3410810"/>
            <a:ext cx="4150362" cy="5135236"/>
          </a:xfrm>
          <a:prstGeom prst="rect">
            <a:avLst/>
          </a:prstGeom>
          <a:effectLst>
            <a:outerShdw blurRad="320040" dist="184638" dir="2700000">
              <a:srgbClr val="0E6D62">
                <a:alpha val="13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394192" y="1346200"/>
            <a:ext cx="1499616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Review Page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5CE9909-90CC-A52F-AC4B-B7716A2F6151}"/>
              </a:ext>
            </a:extLst>
          </p:cNvPr>
          <p:cNvGrpSpPr/>
          <p:nvPr/>
        </p:nvGrpSpPr>
        <p:grpSpPr>
          <a:xfrm>
            <a:off x="2044700" y="2457245"/>
            <a:ext cx="4597400" cy="723900"/>
            <a:chOff x="2044700" y="3181145"/>
            <a:chExt cx="4597400" cy="7239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044700" y="3181145"/>
              <a:ext cx="4597400" cy="72390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2717800" y="3333545"/>
              <a:ext cx="3225800" cy="4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3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후기 메인 페이지</a:t>
              </a:r>
              <a:endParaRPr lang="en-US" sz="23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DAEC1D4-8AB2-8E09-F448-5E8DD8320C8A}"/>
              </a:ext>
            </a:extLst>
          </p:cNvPr>
          <p:cNvGrpSpPr/>
          <p:nvPr/>
        </p:nvGrpSpPr>
        <p:grpSpPr>
          <a:xfrm>
            <a:off x="7167966" y="2454705"/>
            <a:ext cx="9088033" cy="723900"/>
            <a:chOff x="11658600" y="3181145"/>
            <a:chExt cx="4597400" cy="72390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58600" y="3181145"/>
              <a:ext cx="4597400" cy="72390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12534900" y="3333545"/>
              <a:ext cx="2832100" cy="431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3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후기 서브 페이지</a:t>
              </a:r>
              <a:endParaRPr lang="en-US" sz="23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3" name="TextBox 24">
            <a:extLst>
              <a:ext uri="{FF2B5EF4-FFF2-40B4-BE49-F238E27FC236}">
                <a16:creationId xmlns:a16="http://schemas.microsoft.com/office/drawing/2014/main" id="{4B079AC3-81D3-D983-4867-0A8182E11502}"/>
              </a:ext>
            </a:extLst>
          </p:cNvPr>
          <p:cNvSpPr txBox="1"/>
          <p:nvPr/>
        </p:nvSpPr>
        <p:spPr>
          <a:xfrm>
            <a:off x="12631418" y="5445184"/>
            <a:ext cx="3309621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본인이 작성한 리뷰 정보에 대해 확인 가능</a:t>
            </a:r>
            <a:endParaRPr 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3DBC95C-B345-4FBB-8D2F-B07EF3BBEBAA}"/>
              </a:ext>
            </a:extLst>
          </p:cNvPr>
          <p:cNvGrpSpPr/>
          <p:nvPr/>
        </p:nvGrpSpPr>
        <p:grpSpPr>
          <a:xfrm>
            <a:off x="7263437" y="3355340"/>
            <a:ext cx="4660464" cy="5276058"/>
            <a:chOff x="7076700" y="3181145"/>
            <a:chExt cx="4251699" cy="4813300"/>
          </a:xfrm>
        </p:grpSpPr>
        <p:sp>
          <p:nvSpPr>
            <p:cNvPr id="25" name="Rounded Rectangle 24"/>
            <p:cNvSpPr/>
            <p:nvPr/>
          </p:nvSpPr>
          <p:spPr>
            <a:xfrm>
              <a:off x="7076700" y="3181145"/>
              <a:ext cx="4251699" cy="4813300"/>
            </a:xfrm>
            <a:prstGeom prst="roundRect">
              <a:avLst>
                <a:gd name="adj" fmla="val 4000"/>
              </a:avLst>
            </a:prstGeom>
            <a:solidFill>
              <a:srgbClr val="E3ECEA"/>
            </a:solidFill>
            <a:ln w="19050">
              <a:solidFill>
                <a:srgbClr val="7FA39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400" b="0" dirty="0">
                <a:solidFill>
                  <a:srgbClr val="4F7870"/>
                </a:solidFill>
                <a:latin typeface="Pretendard Regular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55A6C87-A854-FFC0-9F81-DD9E5B498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16190" t="15378" r="16743" b="11376"/>
            <a:stretch>
              <a:fillRect/>
            </a:stretch>
          </p:blipFill>
          <p:spPr>
            <a:xfrm>
              <a:off x="7200899" y="3316545"/>
              <a:ext cx="4015739" cy="4600034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B474839-174F-C102-5832-D3C5326B9711}"/>
              </a:ext>
            </a:extLst>
          </p:cNvPr>
          <p:cNvGrpSpPr/>
          <p:nvPr/>
        </p:nvGrpSpPr>
        <p:grpSpPr>
          <a:xfrm>
            <a:off x="2018334" y="4760615"/>
            <a:ext cx="4623766" cy="3479223"/>
            <a:chOff x="2037079" y="4654359"/>
            <a:chExt cx="4623766" cy="3479223"/>
          </a:xfrm>
        </p:grpSpPr>
        <p:sp>
          <p:nvSpPr>
            <p:cNvPr id="38" name="Rounded Rectangle 24">
              <a:extLst>
                <a:ext uri="{FF2B5EF4-FFF2-40B4-BE49-F238E27FC236}">
                  <a16:creationId xmlns:a16="http://schemas.microsoft.com/office/drawing/2014/main" id="{14C825F2-AB2C-8092-7960-62FC33C2A619}"/>
                </a:ext>
              </a:extLst>
            </p:cNvPr>
            <p:cNvSpPr/>
            <p:nvPr/>
          </p:nvSpPr>
          <p:spPr>
            <a:xfrm>
              <a:off x="2037079" y="4654359"/>
              <a:ext cx="4623766" cy="3479223"/>
            </a:xfrm>
            <a:prstGeom prst="roundRect">
              <a:avLst>
                <a:gd name="adj" fmla="val 4000"/>
              </a:avLst>
            </a:prstGeom>
            <a:solidFill>
              <a:srgbClr val="E3ECEA"/>
            </a:solidFill>
            <a:ln w="19050">
              <a:solidFill>
                <a:srgbClr val="7FA39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1400" b="0" dirty="0">
                <a:solidFill>
                  <a:srgbClr val="4F7870"/>
                </a:solidFill>
                <a:latin typeface="Pretendard Regular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9A133AA-59E2-560B-DA34-BCE0D763E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2834"/>
            <a:stretch>
              <a:fillRect/>
            </a:stretch>
          </p:blipFill>
          <p:spPr>
            <a:xfrm>
              <a:off x="2164562" y="4804005"/>
              <a:ext cx="4368800" cy="3227406"/>
            </a:xfrm>
            <a:prstGeom prst="rect">
              <a:avLst/>
            </a:prstGeom>
          </p:spPr>
        </p:pic>
      </p:grpSp>
      <p:sp>
        <p:nvSpPr>
          <p:cNvPr id="22" name="TextBox 11">
            <a:extLst>
              <a:ext uri="{FF2B5EF4-FFF2-40B4-BE49-F238E27FC236}">
                <a16:creationId xmlns:a16="http://schemas.microsoft.com/office/drawing/2014/main" id="{45C0A5FD-646B-7D87-A690-70D32117CB4C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25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0E6D62"/>
                </a:solidFill>
                <a:effectLst/>
                <a:uLnTx/>
                <a:uFillTx/>
                <a:latin typeface="Pretendard Bold"/>
                <a:ea typeface="Pretendard SemiBold"/>
                <a:cs typeface="Pretendard Bold"/>
              </a:rPr>
              <a:t>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C7C920A-297A-C9C6-D6B4-174814363AB0}"/>
              </a:ext>
            </a:extLst>
          </p:cNvPr>
          <p:cNvGrpSpPr/>
          <p:nvPr/>
        </p:nvGrpSpPr>
        <p:grpSpPr>
          <a:xfrm>
            <a:off x="812800" y="433874"/>
            <a:ext cx="4241800" cy="335746"/>
            <a:chOff x="812800" y="433874"/>
            <a:chExt cx="4241800" cy="335746"/>
          </a:xfrm>
        </p:grpSpPr>
        <p:pic>
          <p:nvPicPr>
            <p:cNvPr id="29" name="Picture 4">
              <a:extLst>
                <a:ext uri="{FF2B5EF4-FFF2-40B4-BE49-F238E27FC236}">
                  <a16:creationId xmlns:a16="http://schemas.microsoft.com/office/drawing/2014/main" id="{09E82AC1-EAF0-1358-7D71-AA41BE1A87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12800" y="457200"/>
              <a:ext cx="292100" cy="292100"/>
            </a:xfrm>
            <a:prstGeom prst="rect">
              <a:avLst/>
            </a:prstGeom>
          </p:spPr>
        </p:pic>
        <p:pic>
          <p:nvPicPr>
            <p:cNvPr id="31" name="Picture 5">
              <a:extLst>
                <a:ext uri="{FF2B5EF4-FFF2-40B4-BE49-F238E27FC236}">
                  <a16:creationId xmlns:a16="http://schemas.microsoft.com/office/drawing/2014/main" id="{395AA4AC-144A-0211-3A98-F1EED95C1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63600" y="508000"/>
              <a:ext cx="190500" cy="190500"/>
            </a:xfrm>
            <a:prstGeom prst="rect">
              <a:avLst/>
            </a:prstGeom>
          </p:spPr>
        </p:pic>
        <p:sp>
          <p:nvSpPr>
            <p:cNvPr id="33" name="TextBox 9">
              <a:extLst>
                <a:ext uri="{FF2B5EF4-FFF2-40B4-BE49-F238E27FC236}">
                  <a16:creationId xmlns:a16="http://schemas.microsoft.com/office/drawing/2014/main" id="{E93C69B1-4347-953E-EE62-3DCE1201ED12}"/>
                </a:ext>
              </a:extLst>
            </p:cNvPr>
            <p:cNvSpPr txBox="1"/>
            <p:nvPr/>
          </p:nvSpPr>
          <p:spPr>
            <a:xfrm>
              <a:off x="1193800" y="433874"/>
              <a:ext cx="3860800" cy="3357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실제 구현기능</a:t>
              </a:r>
              <a:r>
                <a:rPr lang="en-US" sz="1908" b="0" i="0" u="none" strike="noStrike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 ㅣ </a:t>
              </a:r>
              <a:r>
                <a:rPr lang="ko-KR" altLang="en-US" sz="1908" dirty="0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후기 페이지</a:t>
              </a:r>
              <a:endPara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41" name="TextBox 24">
            <a:extLst>
              <a:ext uri="{FF2B5EF4-FFF2-40B4-BE49-F238E27FC236}">
                <a16:creationId xmlns:a16="http://schemas.microsoft.com/office/drawing/2014/main" id="{7A2F6A06-2B73-F62A-24CA-AAD9ECEC14E4}"/>
              </a:ext>
            </a:extLst>
          </p:cNvPr>
          <p:cNvSpPr txBox="1"/>
          <p:nvPr/>
        </p:nvSpPr>
        <p:spPr>
          <a:xfrm>
            <a:off x="12631419" y="6745664"/>
            <a:ext cx="3298570" cy="115305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본인이 작성한 리뷰 정보에 대하여 수정 및 삭제 가능</a:t>
            </a:r>
            <a:r>
              <a:rPr lang="en-US" alt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부분 수정도 가능</a:t>
            </a:r>
            <a:r>
              <a:rPr lang="en-US" altLang="ko-KR" sz="2200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endParaRPr 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488379C1-380F-3079-10D7-7B5456F36DBA}"/>
              </a:ext>
            </a:extLst>
          </p:cNvPr>
          <p:cNvSpPr txBox="1"/>
          <p:nvPr/>
        </p:nvSpPr>
        <p:spPr>
          <a:xfrm>
            <a:off x="12631418" y="3847053"/>
            <a:ext cx="3298571" cy="106320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3365" lvl="1" indent="-253365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00" b="0" i="0" u="none" strike="noStrike" dirty="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이용자가 작성한 후기를 바탕으로 해당 상품 상세 페이지 바로 이동 가능</a:t>
            </a:r>
            <a:endParaRPr lang="en-US" sz="2200" b="0" i="0" u="none" strike="noStrike" dirty="0">
              <a:solidFill>
                <a:srgbClr val="595959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50" y="2812648"/>
            <a:ext cx="16700500" cy="633135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9288" y="1244600"/>
            <a:ext cx="2249424" cy="482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16624300" y="9601200"/>
            <a:ext cx="368300" cy="3683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628900" y="1781810"/>
            <a:ext cx="13030200" cy="68199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18689"/>
              </a:lnSpc>
            </a:pPr>
            <a:r>
              <a:rPr lang="en-US" sz="3400" b="0" i="0" u="none" strike="noStrike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playwright </a:t>
            </a:r>
            <a:r>
              <a:rPr lang="ko-KR" altLang="en-US" sz="34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프로그램</a:t>
            </a:r>
            <a:r>
              <a:rPr lang="en-US" sz="34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400" spc="-100" dirty="0">
                <a:solidFill>
                  <a:srgbClr val="333333"/>
                </a:solidFill>
                <a:latin typeface="Pretendard Medium"/>
                <a:ea typeface="Pretendard Medium"/>
                <a:cs typeface="Pretendard Medium"/>
              </a:rPr>
              <a:t>활용</a:t>
            </a:r>
            <a:endParaRPr lang="ko-KR" altLang="en-US" sz="3400" b="0" i="0" u="none" strike="noStrike" spc="-100" dirty="0">
              <a:solidFill>
                <a:srgbClr val="333333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평가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후기</a:t>
            </a:r>
            <a:endParaRPr lang="en-US" sz="1908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065008" y="1346200"/>
            <a:ext cx="2157984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ctr">
              <a:lnSpc>
                <a:spcPct val="116199"/>
              </a:lnSpc>
            </a:pPr>
            <a:r>
              <a:rPr lang="en-US" altLang="ko-KR" sz="15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기능</a:t>
            </a:r>
            <a:r>
              <a:rPr lang="en-US" altLang="ko-KR" sz="15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평가</a:t>
            </a:r>
            <a:endParaRPr lang="en-US" altLang="ko-KR" sz="1500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72AE771-BE36-36FD-CBC0-539DB2E8EC7E}"/>
              </a:ext>
            </a:extLst>
          </p:cNvPr>
          <p:cNvGrpSpPr/>
          <p:nvPr/>
        </p:nvGrpSpPr>
        <p:grpSpPr>
          <a:xfrm>
            <a:off x="6990446" y="3981240"/>
            <a:ext cx="9341754" cy="4523949"/>
            <a:chOff x="6990446" y="4734560"/>
            <a:chExt cx="9341754" cy="4076700"/>
          </a:xfrm>
        </p:grpSpPr>
        <p:pic>
          <p:nvPicPr>
            <p:cNvPr id="13" name="Picture 13"/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07517" y="4734560"/>
              <a:ext cx="9224683" cy="4076700"/>
            </a:xfrm>
            <a:prstGeom prst="rect">
              <a:avLst/>
            </a:prstGeom>
            <a:effectLst>
              <a:outerShdw blurRad="143256" dist="8264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14" name="TextBox 14"/>
            <p:cNvSpPr txBox="1"/>
            <p:nvPr/>
          </p:nvSpPr>
          <p:spPr>
            <a:xfrm>
              <a:off x="6990446" y="4893030"/>
              <a:ext cx="8823696" cy="375975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메인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홈 및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헤더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네비게에션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테스트</a:t>
              </a:r>
              <a:endParaRPr lang="ko-KR" altLang="en-US" sz="1500" dirty="0">
                <a:solidFill>
                  <a:srgbClr val="00000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전체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및 6대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권역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(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수도권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강원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충청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경상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전라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제주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) 탭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전환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및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해당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권역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상품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표시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검증</a:t>
              </a:r>
              <a:endParaRPr lang="ko-KR" altLang="en-US" sz="1500" dirty="0">
                <a:latin typeface="맑은 고딕"/>
                <a:ea typeface="맑은 고딕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키워드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검색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후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권역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탭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선택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시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해당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권역의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결과만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출력되는지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검증</a:t>
              </a:r>
              <a:endParaRPr lang="en-US" altLang="ko-KR" sz="1500" dirty="0">
                <a:solidFill>
                  <a:srgbClr val="595959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키워드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검색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후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해당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권역에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결과가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없을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경우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검색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결과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없음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메시지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노출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확인</a:t>
              </a:r>
              <a:endParaRPr lang="en-US" altLang="ko-KR" sz="1500" dirty="0">
                <a:solidFill>
                  <a:srgbClr val="595959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검색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결과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없는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임의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키워드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처리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및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안내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문구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노출</a:t>
              </a:r>
              <a:endParaRPr lang="en-US" altLang="ko-KR" sz="1500" dirty="0">
                <a:solidFill>
                  <a:srgbClr val="595959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상품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상세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페이지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진입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및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상세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정보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일정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구매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버튼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altLang="ko-KR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확인</a:t>
              </a:r>
              <a:endParaRPr lang="en-US" altLang="ko-KR" sz="1500" dirty="0">
                <a:solidFill>
                  <a:srgbClr val="595959"/>
                </a:solidFill>
                <a:latin typeface="Pretendard Regular"/>
                <a:ea typeface="Pretendard Regular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로그인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실패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-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존재하지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않는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사용자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또는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비밀번호</a:t>
              </a:r>
              <a:r>
                <a:rPr lang="en-US" altLang="ko-KR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불일치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로그인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성공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및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로그아웃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전체</a:t>
              </a:r>
              <a:r>
                <a:rPr 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라이프사이클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FontTx/>
                <a:buAutoNum type="arabicPeriod"/>
              </a:pPr>
              <a:r>
                <a:rPr lang="ko-KR" alt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검증비회원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예약 화면 기본 필드 및 약관 일괄 동의 동작  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확인 회원 로그인 상태 예약 - 연관 숙박(호텔/민박) 전용 필터 탭 동작 검증  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예약 내역 조회(/</a:t>
              </a:r>
              <a:r>
                <a:rPr lang="ko-KR" alt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order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/</a:t>
              </a:r>
              <a:r>
                <a:rPr lang="ko-KR" alt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lookup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) 페이지 정상 접근 확인 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공지사항 및 고객센터 안내 테스트  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공지사항 키워드 검색 기능 확인 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800100" lvl="1" indent="-342900">
                <a:lnSpc>
                  <a:spcPct val="130000"/>
                </a:lnSpc>
                <a:buAutoNum type="arabicPeriod"/>
              </a:pP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 고객센터(FAQ) 비로그인 접근 시 로그인 </a:t>
              </a:r>
              <a:r>
                <a:rPr lang="ko-KR" altLang="en-US" sz="1500" dirty="0" err="1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리다이렉트</a:t>
              </a:r>
              <a:r>
                <a:rPr lang="ko-KR" altLang="en-US" sz="1500" dirty="0">
                  <a:solidFill>
                    <a:srgbClr val="595959"/>
                  </a:solidFill>
                  <a:latin typeface="Pretendard Regular"/>
                  <a:ea typeface="Pretendard Regular"/>
                  <a:cs typeface="Pretendard" panose="02000503000000020004" pitchFamily="2" charset="-127"/>
                </a:rPr>
                <a:t> 확인</a:t>
              </a:r>
              <a:endParaRPr lang="en-US" altLang="ko-KR" sz="15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89BBC9-EBDE-339E-561B-7EFE959FF488}"/>
              </a:ext>
            </a:extLst>
          </p:cNvPr>
          <p:cNvGrpSpPr/>
          <p:nvPr/>
        </p:nvGrpSpPr>
        <p:grpSpPr>
          <a:xfrm>
            <a:off x="7112000" y="3384340"/>
            <a:ext cx="9220200" cy="520700"/>
            <a:chOff x="7112000" y="3962400"/>
            <a:chExt cx="9220200" cy="52070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12000" y="3962400"/>
              <a:ext cx="9220200" cy="520700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7302500" y="4038600"/>
              <a:ext cx="2489682" cy="381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Playwright - </a:t>
              </a:r>
              <a:r>
                <a:rPr lang="ko-KR" altLang="en-US" sz="20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통과내역</a:t>
              </a:r>
              <a:endParaRPr lang="en-US" sz="2000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</p:grpSp>
      <p:sp>
        <p:nvSpPr>
          <p:cNvPr id="18" name="Picture 13">
            <a:extLst>
              <a:ext uri="{FF2B5EF4-FFF2-40B4-BE49-F238E27FC236}">
                <a16:creationId xmlns:a16="http://schemas.microsoft.com/office/drawing/2014/main" id="{ED4E07E1-ADCA-9205-C89D-9C76CE96E02B}"/>
              </a:ext>
            </a:extLst>
          </p:cNvPr>
          <p:cNvSpPr/>
          <p:nvPr/>
        </p:nvSpPr>
        <p:spPr>
          <a:xfrm>
            <a:off x="1539433" y="3420110"/>
            <a:ext cx="5363576" cy="492312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E6D62"/>
              </a:gs>
              <a:gs pos="50000">
                <a:srgbClr val="0D574F"/>
              </a:gs>
              <a:gs pos="100000">
                <a:srgbClr val="0C423C"/>
              </a:gs>
            </a:gsLst>
            <a:lin ang="12000000" scaled="1"/>
          </a:gradFill>
          <a:ln w="50447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FD5E811-3A4A-4C33-6311-2DD3A59442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7290" y="3532300"/>
            <a:ext cx="5067861" cy="4698745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93B35D31-0B87-F806-AF12-23EC4458D5DF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26/27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2216E-5138-316D-522A-E7A61C3F5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D8962B6-67F9-3278-6422-23FF95169E87}"/>
              </a:ext>
            </a:extLst>
          </p:cNvPr>
          <p:cNvPicPr>
            <a:picLocks noChangeAspect="1"/>
          </p:cNvPicPr>
          <p:nvPr/>
        </p:nvPicPr>
        <p:blipFill>
          <a:blip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1828801"/>
            <a:ext cx="16790794" cy="758952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D4214129-F8B6-8DED-0EEF-B2E09D8BE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800" y="457200"/>
            <a:ext cx="292100" cy="2921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133D78BE-84BA-44AF-5BCF-A91ED888B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00" y="508000"/>
            <a:ext cx="190500" cy="190500"/>
          </a:xfrm>
          <a:prstGeom prst="rect">
            <a:avLst/>
          </a:prstGeom>
        </p:spPr>
      </p:pic>
      <p:sp>
        <p:nvSpPr>
          <p:cNvPr id="11" name="TextBox 11">
            <a:extLst>
              <a:ext uri="{FF2B5EF4-FFF2-40B4-BE49-F238E27FC236}">
                <a16:creationId xmlns:a16="http://schemas.microsoft.com/office/drawing/2014/main" id="{5FC958CC-26DA-FAED-63AB-C8FF31A11A1F}"/>
              </a:ext>
            </a:extLst>
          </p:cNvPr>
          <p:cNvSpPr txBox="1"/>
          <p:nvPr/>
        </p:nvSpPr>
        <p:spPr>
          <a:xfrm>
            <a:off x="15265400" y="533400"/>
            <a:ext cx="2235200" cy="29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1500" b="0" i="0" u="none" strike="noStrike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9614E0-F1FE-C77D-0A45-3D2E92B47F0F}"/>
              </a:ext>
            </a:extLst>
          </p:cNvPr>
          <p:cNvGrpSpPr/>
          <p:nvPr/>
        </p:nvGrpSpPr>
        <p:grpSpPr>
          <a:xfrm>
            <a:off x="8019288" y="980467"/>
            <a:ext cx="2249424" cy="482600"/>
            <a:chOff x="8019288" y="1244600"/>
            <a:chExt cx="2249424" cy="482600"/>
          </a:xfrm>
        </p:grpSpPr>
        <p:pic>
          <p:nvPicPr>
            <p:cNvPr id="59" name="Picture 6">
              <a:extLst>
                <a:ext uri="{FF2B5EF4-FFF2-40B4-BE49-F238E27FC236}">
                  <a16:creationId xmlns:a16="http://schemas.microsoft.com/office/drawing/2014/main" id="{ADF4A22B-9967-524A-DA08-96B135B095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19288" y="1244600"/>
              <a:ext cx="2249424" cy="482600"/>
            </a:xfrm>
            <a:prstGeom prst="rect">
              <a:avLst/>
            </a:prstGeom>
          </p:spPr>
        </p:pic>
        <p:sp>
          <p:nvSpPr>
            <p:cNvPr id="57" name="TextBox 14">
              <a:extLst>
                <a:ext uri="{FF2B5EF4-FFF2-40B4-BE49-F238E27FC236}">
                  <a16:creationId xmlns:a16="http://schemas.microsoft.com/office/drawing/2014/main" id="{31DFB7F5-9215-FC3C-F6DC-168E3FCD7531}"/>
                </a:ext>
              </a:extLst>
            </p:cNvPr>
            <p:cNvSpPr txBox="1"/>
            <p:nvPr/>
          </p:nvSpPr>
          <p:spPr>
            <a:xfrm>
              <a:off x="8212985" y="1346200"/>
              <a:ext cx="1862030" cy="2921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ct val="116199"/>
                </a:lnSpc>
              </a:pPr>
              <a:r>
                <a:rPr lang="ko-KR" altLang="en-US" sz="1500" dirty="0">
                  <a:solidFill>
                    <a:srgbClr val="FFFFFF"/>
                  </a:solidFill>
                  <a:latin typeface="Pretendard Regular"/>
                  <a:ea typeface="Pretendard Regular"/>
                  <a:cs typeface="Pretendard Regular"/>
                </a:rPr>
                <a:t>개인별 후기</a:t>
              </a:r>
              <a:endParaRPr lang="ko-KR" altLang="en-US" sz="1500" b="0" i="0" u="none" strike="noStrike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endParaRPr>
            </a:p>
          </p:txBody>
        </p:sp>
      </p:grpSp>
      <p:pic>
        <p:nvPicPr>
          <p:cNvPr id="6" name="Picture 37">
            <a:extLst>
              <a:ext uri="{FF2B5EF4-FFF2-40B4-BE49-F238E27FC236}">
                <a16:creationId xmlns:a16="http://schemas.microsoft.com/office/drawing/2014/main" id="{9D726EC5-40C5-42FF-A70E-D316F92A3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8696" y="2758557"/>
            <a:ext cx="982980" cy="347980"/>
          </a:xfrm>
          <a:prstGeom prst="rect">
            <a:avLst/>
          </a:prstGeom>
        </p:spPr>
      </p:pic>
      <p:sp>
        <p:nvSpPr>
          <p:cNvPr id="14" name="TextBox 17">
            <a:extLst>
              <a:ext uri="{FF2B5EF4-FFF2-40B4-BE49-F238E27FC236}">
                <a16:creationId xmlns:a16="http://schemas.microsoft.com/office/drawing/2014/main" id="{CC3C7FFC-583B-3313-805A-EA1E5E43D1D6}"/>
              </a:ext>
            </a:extLst>
          </p:cNvPr>
          <p:cNvSpPr txBox="1"/>
          <p:nvPr/>
        </p:nvSpPr>
        <p:spPr>
          <a:xfrm>
            <a:off x="2401349" y="2388830"/>
            <a:ext cx="313944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권일구</a:t>
            </a:r>
            <a:endParaRPr lang="ko-KR" altLang="en-US" sz="50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10861B4D-AD7C-36AB-FC22-07AC4AA9B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9349" y="2670770"/>
            <a:ext cx="520700" cy="520700"/>
          </a:xfrm>
          <a:prstGeom prst="rect">
            <a:avLst/>
          </a:prstGeom>
        </p:spPr>
      </p:pic>
      <p:pic>
        <p:nvPicPr>
          <p:cNvPr id="20" name="Picture 27">
            <a:extLst>
              <a:ext uri="{FF2B5EF4-FFF2-40B4-BE49-F238E27FC236}">
                <a16:creationId xmlns:a16="http://schemas.microsoft.com/office/drawing/2014/main" id="{6477D327-3969-CF42-7E13-CA88894E5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53649" y="2800310"/>
            <a:ext cx="292100" cy="254000"/>
          </a:xfrm>
          <a:prstGeom prst="rect">
            <a:avLst/>
          </a:prstGeom>
        </p:spPr>
      </p:pic>
      <p:pic>
        <p:nvPicPr>
          <p:cNvPr id="25" name="Picture 32">
            <a:extLst>
              <a:ext uri="{FF2B5EF4-FFF2-40B4-BE49-F238E27FC236}">
                <a16:creationId xmlns:a16="http://schemas.microsoft.com/office/drawing/2014/main" id="{7B67543B-A3BE-1AB7-E386-88FFE91E24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44429" y="3312433"/>
            <a:ext cx="3102105" cy="146276"/>
          </a:xfrm>
          <a:prstGeom prst="rect">
            <a:avLst/>
          </a:prstGeom>
        </p:spPr>
      </p:pic>
      <p:pic>
        <p:nvPicPr>
          <p:cNvPr id="72" name="Picture 37">
            <a:extLst>
              <a:ext uri="{FF2B5EF4-FFF2-40B4-BE49-F238E27FC236}">
                <a16:creationId xmlns:a16="http://schemas.microsoft.com/office/drawing/2014/main" id="{B479A2E3-D901-4790-81CE-C979882D1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4677" y="4597354"/>
            <a:ext cx="982980" cy="347980"/>
          </a:xfrm>
          <a:prstGeom prst="rect">
            <a:avLst/>
          </a:prstGeom>
        </p:spPr>
      </p:pic>
      <p:sp>
        <p:nvSpPr>
          <p:cNvPr id="73" name="TextBox 17">
            <a:extLst>
              <a:ext uri="{FF2B5EF4-FFF2-40B4-BE49-F238E27FC236}">
                <a16:creationId xmlns:a16="http://schemas.microsoft.com/office/drawing/2014/main" id="{3D576DDE-331D-7183-0D24-5E798704FE40}"/>
              </a:ext>
            </a:extLst>
          </p:cNvPr>
          <p:cNvSpPr txBox="1"/>
          <p:nvPr/>
        </p:nvSpPr>
        <p:spPr>
          <a:xfrm>
            <a:off x="2394877" y="4227627"/>
            <a:ext cx="313944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주홍돈</a:t>
            </a:r>
            <a:endParaRPr lang="ko-KR" altLang="en-US" sz="5000" b="0" i="0" u="none" strike="noStrike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74" name="Picture 20">
            <a:extLst>
              <a:ext uri="{FF2B5EF4-FFF2-40B4-BE49-F238E27FC236}">
                <a16:creationId xmlns:a16="http://schemas.microsoft.com/office/drawing/2014/main" id="{3C41ED39-E3E6-EBAC-4126-45FBC1376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2877" y="4509567"/>
            <a:ext cx="520700" cy="520700"/>
          </a:xfrm>
          <a:prstGeom prst="rect">
            <a:avLst/>
          </a:prstGeom>
        </p:spPr>
      </p:pic>
      <p:pic>
        <p:nvPicPr>
          <p:cNvPr id="75" name="Picture 27">
            <a:extLst>
              <a:ext uri="{FF2B5EF4-FFF2-40B4-BE49-F238E27FC236}">
                <a16:creationId xmlns:a16="http://schemas.microsoft.com/office/drawing/2014/main" id="{4E68AA8A-B13E-769B-ED68-BE260B793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47177" y="4639107"/>
            <a:ext cx="292100" cy="254000"/>
          </a:xfrm>
          <a:prstGeom prst="rect">
            <a:avLst/>
          </a:prstGeom>
        </p:spPr>
      </p:pic>
      <p:pic>
        <p:nvPicPr>
          <p:cNvPr id="76" name="Picture 32">
            <a:extLst>
              <a:ext uri="{FF2B5EF4-FFF2-40B4-BE49-F238E27FC236}">
                <a16:creationId xmlns:a16="http://schemas.microsoft.com/office/drawing/2014/main" id="{BAB7A990-A6E7-2482-CD0B-7C1F636E3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37957" y="5151230"/>
            <a:ext cx="3102105" cy="146276"/>
          </a:xfrm>
          <a:prstGeom prst="rect">
            <a:avLst/>
          </a:prstGeom>
        </p:spPr>
      </p:pic>
      <p:pic>
        <p:nvPicPr>
          <p:cNvPr id="78" name="Picture 37">
            <a:extLst>
              <a:ext uri="{FF2B5EF4-FFF2-40B4-BE49-F238E27FC236}">
                <a16:creationId xmlns:a16="http://schemas.microsoft.com/office/drawing/2014/main" id="{6F48907C-5670-7844-5EED-053C01BC0A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762" y="6334035"/>
            <a:ext cx="982980" cy="347980"/>
          </a:xfrm>
          <a:prstGeom prst="rect">
            <a:avLst/>
          </a:prstGeom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3F2E11FB-9650-E3E2-4185-D7BE0AAB6E58}"/>
              </a:ext>
            </a:extLst>
          </p:cNvPr>
          <p:cNvSpPr txBox="1"/>
          <p:nvPr/>
        </p:nvSpPr>
        <p:spPr>
          <a:xfrm>
            <a:off x="2394877" y="6085659"/>
            <a:ext cx="3139440" cy="1092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5000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박효주</a:t>
            </a:r>
            <a:endParaRPr lang="ko-KR" altLang="en-US" sz="5000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80" name="Picture 20">
            <a:extLst>
              <a:ext uri="{FF2B5EF4-FFF2-40B4-BE49-F238E27FC236}">
                <a16:creationId xmlns:a16="http://schemas.microsoft.com/office/drawing/2014/main" id="{B4D13D52-F107-711D-D842-5CA95617E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2877" y="6367599"/>
            <a:ext cx="520700" cy="520700"/>
          </a:xfrm>
          <a:prstGeom prst="rect">
            <a:avLst/>
          </a:prstGeom>
        </p:spPr>
      </p:pic>
      <p:pic>
        <p:nvPicPr>
          <p:cNvPr id="81" name="Picture 27">
            <a:extLst>
              <a:ext uri="{FF2B5EF4-FFF2-40B4-BE49-F238E27FC236}">
                <a16:creationId xmlns:a16="http://schemas.microsoft.com/office/drawing/2014/main" id="{7F3DCBB5-BA6B-4EDB-D614-36238DAE5C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47177" y="6497139"/>
            <a:ext cx="292100" cy="254000"/>
          </a:xfrm>
          <a:prstGeom prst="rect">
            <a:avLst/>
          </a:prstGeom>
        </p:spPr>
      </p:pic>
      <p:pic>
        <p:nvPicPr>
          <p:cNvPr id="82" name="Picture 32">
            <a:extLst>
              <a:ext uri="{FF2B5EF4-FFF2-40B4-BE49-F238E27FC236}">
                <a16:creationId xmlns:a16="http://schemas.microsoft.com/office/drawing/2014/main" id="{B7B4BE2E-1994-E6CD-2713-A72E600D89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37957" y="7009262"/>
            <a:ext cx="3102105" cy="146276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1A5747D9-553F-EA49-7B7D-94547EAE8CEF}"/>
              </a:ext>
            </a:extLst>
          </p:cNvPr>
          <p:cNvGrpSpPr/>
          <p:nvPr/>
        </p:nvGrpSpPr>
        <p:grpSpPr>
          <a:xfrm>
            <a:off x="1639349" y="7901822"/>
            <a:ext cx="3962327" cy="970955"/>
            <a:chOff x="2252149" y="8001990"/>
            <a:chExt cx="3962327" cy="1092200"/>
          </a:xfrm>
        </p:grpSpPr>
        <p:pic>
          <p:nvPicPr>
            <p:cNvPr id="90" name="Picture 37">
              <a:extLst>
                <a:ext uri="{FF2B5EF4-FFF2-40B4-BE49-F238E27FC236}">
                  <a16:creationId xmlns:a16="http://schemas.microsoft.com/office/drawing/2014/main" id="{0E5C4E6F-F48F-5ECA-8D53-B6144938C8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231496" y="8371717"/>
              <a:ext cx="982980" cy="347980"/>
            </a:xfrm>
            <a:prstGeom prst="rect">
              <a:avLst/>
            </a:prstGeom>
          </p:spPr>
        </p:pic>
        <p:sp>
          <p:nvSpPr>
            <p:cNvPr id="91" name="TextBox 17">
              <a:extLst>
                <a:ext uri="{FF2B5EF4-FFF2-40B4-BE49-F238E27FC236}">
                  <a16:creationId xmlns:a16="http://schemas.microsoft.com/office/drawing/2014/main" id="{81878A43-4B24-9ED3-1F51-511E835DF3D2}"/>
                </a:ext>
              </a:extLst>
            </p:cNvPr>
            <p:cNvSpPr txBox="1"/>
            <p:nvPr/>
          </p:nvSpPr>
          <p:spPr>
            <a:xfrm>
              <a:off x="3014149" y="8001990"/>
              <a:ext cx="3139440" cy="1092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ko-KR" altLang="en-US" sz="5000" dirty="0" err="1">
                  <a:solidFill>
                    <a:srgbClr val="0E6D62"/>
                  </a:solidFill>
                  <a:latin typeface="Pretendard SemiBold"/>
                  <a:ea typeface="Pretendard SemiBold"/>
                  <a:cs typeface="Pretendard SemiBold"/>
                </a:rPr>
                <a:t>최효선</a:t>
              </a:r>
              <a:endParaRPr lang="ko-KR" altLang="en-US" sz="5000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pic>
          <p:nvPicPr>
            <p:cNvPr id="92" name="Picture 20">
              <a:extLst>
                <a:ext uri="{FF2B5EF4-FFF2-40B4-BE49-F238E27FC236}">
                  <a16:creationId xmlns:a16="http://schemas.microsoft.com/office/drawing/2014/main" id="{B7405EE9-BCF2-DB36-1CBA-04A79098C76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52149" y="8283930"/>
              <a:ext cx="520700" cy="520700"/>
            </a:xfrm>
            <a:prstGeom prst="rect">
              <a:avLst/>
            </a:prstGeom>
          </p:spPr>
        </p:pic>
        <p:pic>
          <p:nvPicPr>
            <p:cNvPr id="93" name="Picture 27">
              <a:extLst>
                <a:ext uri="{FF2B5EF4-FFF2-40B4-BE49-F238E27FC236}">
                  <a16:creationId xmlns:a16="http://schemas.microsoft.com/office/drawing/2014/main" id="{F02465EE-0167-94FA-2666-4675DB5EAE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66449" y="8413470"/>
              <a:ext cx="292100" cy="254000"/>
            </a:xfrm>
            <a:prstGeom prst="rect">
              <a:avLst/>
            </a:prstGeom>
          </p:spPr>
        </p:pic>
        <p:pic>
          <p:nvPicPr>
            <p:cNvPr id="94" name="Picture 32">
              <a:extLst>
                <a:ext uri="{FF2B5EF4-FFF2-40B4-BE49-F238E27FC236}">
                  <a16:creationId xmlns:a16="http://schemas.microsoft.com/office/drawing/2014/main" id="{31C76823-E527-EB24-F9AB-20418202BE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57229" y="8925593"/>
              <a:ext cx="3102105" cy="146276"/>
            </a:xfrm>
            <a:prstGeom prst="rect">
              <a:avLst/>
            </a:prstGeom>
          </p:spPr>
        </p:pic>
      </p:grpSp>
      <p:sp>
        <p:nvSpPr>
          <p:cNvPr id="7" name="TextBox 9">
            <a:extLst>
              <a:ext uri="{FF2B5EF4-FFF2-40B4-BE49-F238E27FC236}">
                <a16:creationId xmlns:a16="http://schemas.microsoft.com/office/drawing/2014/main" id="{82419A82-B1A6-FDD7-ED4A-5C5B04EEC090}"/>
              </a:ext>
            </a:extLst>
          </p:cNvPr>
          <p:cNvSpPr txBox="1"/>
          <p:nvPr/>
        </p:nvSpPr>
        <p:spPr>
          <a:xfrm>
            <a:off x="1193800" y="431800"/>
            <a:ext cx="82296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평가</a:t>
            </a:r>
            <a:r>
              <a:rPr lang="en-US" sz="1908" b="0" i="0" u="none" strike="noStrike" dirty="0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1908" b="0" i="0" u="none" strike="noStrike" dirty="0" err="1">
                <a:solidFill>
                  <a:srgbClr val="0E6D62"/>
                </a:solidFill>
                <a:latin typeface="Pretendard SemiBold"/>
                <a:ea typeface="Pretendard SemiBold"/>
                <a:cs typeface="Pretendard SemiBold"/>
              </a:rPr>
              <a:t>후기</a:t>
            </a:r>
            <a:endParaRPr lang="en-US" sz="1908" b="0" i="0" u="none" strike="noStrike" dirty="0">
              <a:solidFill>
                <a:srgbClr val="0E6D62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A966319-14AF-088D-7362-58714509A4F8}"/>
              </a:ext>
            </a:extLst>
          </p:cNvPr>
          <p:cNvGrpSpPr/>
          <p:nvPr/>
        </p:nvGrpSpPr>
        <p:grpSpPr>
          <a:xfrm>
            <a:off x="5775617" y="2038310"/>
            <a:ext cx="11382516" cy="7055880"/>
            <a:chOff x="6429819" y="2038310"/>
            <a:chExt cx="10728314" cy="7055880"/>
          </a:xfrm>
        </p:grpSpPr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372C15C5-E2DC-405E-9680-F9DD51EFE0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9819" y="2038310"/>
              <a:ext cx="10728314" cy="1853696"/>
            </a:xfrm>
            <a:prstGeom prst="rect">
              <a:avLst/>
            </a:prstGeom>
            <a:effectLst>
              <a:outerShdw blurRad="143256" dist="8264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5B4A50C-CB28-416C-FD40-33C1034448BD}"/>
                </a:ext>
              </a:extLst>
            </p:cNvPr>
            <p:cNvSpPr txBox="1"/>
            <p:nvPr/>
          </p:nvSpPr>
          <p:spPr>
            <a:xfrm>
              <a:off x="6639359" y="2183274"/>
              <a:ext cx="10279738" cy="161985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lvl="1">
                <a:lnSpc>
                  <a:spcPct val="116199"/>
                </a:lnSpc>
              </a:pP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이번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프로젝트는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첫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웹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서비스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개발이자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팀장이라는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중책을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맡아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AI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기술을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적극적으로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활용하며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역할을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수행한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뜻깊은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경험이었습니다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무엇보다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뛰어난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역량으로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각자의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자리에서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주도적으로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프로젝트를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이끌어준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팀원들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덕분에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성공적인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결실을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맺을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있었습니다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endParaRPr lang="ko-KR" altLang="en-US" dirty="0">
                <a:solidFill>
                  <a:srgbClr val="000000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  <a:p>
              <a:pPr marL="0" lvl="1">
                <a:lnSpc>
                  <a:spcPct val="116199"/>
                </a:lnSpc>
              </a:pP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팀원들의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헌신에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깊은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감사를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표하며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아울러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최신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AI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기술이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실무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생산성과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협업에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미치는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거대한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영향력을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깊이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체감하는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계기가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되었습니다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  <a:endParaRPr lang="ko-KR" altLang="en-US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  <p:pic>
          <p:nvPicPr>
            <p:cNvPr id="39" name="Picture 17">
              <a:extLst>
                <a:ext uri="{FF2B5EF4-FFF2-40B4-BE49-F238E27FC236}">
                  <a16:creationId xmlns:a16="http://schemas.microsoft.com/office/drawing/2014/main" id="{C4304858-81B9-B9B8-93A6-4F27207486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9819" y="3997810"/>
              <a:ext cx="10728314" cy="1420399"/>
            </a:xfrm>
            <a:prstGeom prst="rect">
              <a:avLst/>
            </a:prstGeom>
            <a:effectLst>
              <a:outerShdw blurRad="143256" dist="8264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40" name="TextBox 18">
              <a:extLst>
                <a:ext uri="{FF2B5EF4-FFF2-40B4-BE49-F238E27FC236}">
                  <a16:creationId xmlns:a16="http://schemas.microsoft.com/office/drawing/2014/main" id="{B8256785-2FA5-5E13-3F6E-0A054750227E}"/>
                </a:ext>
              </a:extLst>
            </p:cNvPr>
            <p:cNvSpPr txBox="1"/>
            <p:nvPr/>
          </p:nvSpPr>
          <p:spPr>
            <a:xfrm>
              <a:off x="6639359" y="4246679"/>
              <a:ext cx="10311497" cy="11214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227965" lvl="1" indent="-227965">
                <a:lnSpc>
                  <a:spcPct val="116199"/>
                </a:lnSpc>
                <a:buAutoNum type="arabicPeriod"/>
              </a:pP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Web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Page를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작성해서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실제로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배포까지의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전반적인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흐름을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알게되었습니다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  <a:p>
              <a:pPr marL="227965" lvl="1" indent="-227965">
                <a:lnSpc>
                  <a:spcPct val="116199"/>
                </a:lnSpc>
                <a:buAutoNum type="arabicPeriod"/>
              </a:pP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I/F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를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미리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정리하고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했으면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조금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효율적으로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구현이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되었을</a:t>
              </a:r>
              <a:r>
                <a:rPr 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것같습니다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  <a:p>
              <a:pPr marL="227965" lvl="1" indent="-227965">
                <a:lnSpc>
                  <a:spcPct val="116199"/>
                </a:lnSpc>
                <a:buAutoNum type="arabicPeriod"/>
              </a:pP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Github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사용에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오류가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많이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발생했던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것같습니다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</p:txBody>
        </p:sp>
        <p:pic>
          <p:nvPicPr>
            <p:cNvPr id="41" name="Picture 17">
              <a:extLst>
                <a:ext uri="{FF2B5EF4-FFF2-40B4-BE49-F238E27FC236}">
                  <a16:creationId xmlns:a16="http://schemas.microsoft.com/office/drawing/2014/main" id="{C42D28E5-2B1D-422E-6F39-FA95FF4D41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9819" y="5613788"/>
              <a:ext cx="10728314" cy="1863308"/>
            </a:xfrm>
            <a:prstGeom prst="rect">
              <a:avLst/>
            </a:prstGeom>
            <a:effectLst>
              <a:outerShdw blurRad="143256" dist="8264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42" name="TextBox 18">
              <a:extLst>
                <a:ext uri="{FF2B5EF4-FFF2-40B4-BE49-F238E27FC236}">
                  <a16:creationId xmlns:a16="http://schemas.microsoft.com/office/drawing/2014/main" id="{08E2F1B6-4F48-858D-3C92-AB54F86D686B}"/>
                </a:ext>
              </a:extLst>
            </p:cNvPr>
            <p:cNvSpPr txBox="1"/>
            <p:nvPr/>
          </p:nvSpPr>
          <p:spPr>
            <a:xfrm>
              <a:off x="6639358" y="5734970"/>
              <a:ext cx="10311498" cy="152332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lvl="1">
                <a:lnSpc>
                  <a:spcPct val="116199"/>
                </a:lnSpc>
              </a:pP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공유 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git hub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를 처음 사용해서인지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공유 후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파일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문제가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생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긴 경우가 잦았다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그에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따른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 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오류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수정에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 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너무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많은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시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간을 써서 추가 고려 사항은 반영하지 못하고 기존의 기능만 해낸 것이 아쉬웠다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또한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기능 구현에 초점을 맞추며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디자인에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신경을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최소한으로만 한 것 같아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초반부터 신경을 썼으면 어땠을까 싶기도 하다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  <a:p>
              <a:pPr marL="0" lvl="1">
                <a:lnSpc>
                  <a:spcPct val="116199"/>
                </a:lnSpc>
              </a:pP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그래도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처음의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막막함과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달리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능력자 팀원분들 덕분에 최종 완성된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페이지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를 보니 뿌듯하기도 하고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,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이번 팀플에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대한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경험으로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다음에는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더 잘 할 수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있을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것 </a:t>
              </a: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같다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.</a:t>
              </a:r>
            </a:p>
          </p:txBody>
        </p:sp>
        <p:pic>
          <p:nvPicPr>
            <p:cNvPr id="43" name="Picture 17">
              <a:extLst>
                <a:ext uri="{FF2B5EF4-FFF2-40B4-BE49-F238E27FC236}">
                  <a16:creationId xmlns:a16="http://schemas.microsoft.com/office/drawing/2014/main" id="{686A7033-DBA3-E54A-D867-1D07E25F17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alphaModFix amt="9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29819" y="7667345"/>
              <a:ext cx="10728314" cy="1426845"/>
            </a:xfrm>
            <a:prstGeom prst="rect">
              <a:avLst/>
            </a:prstGeom>
            <a:effectLst>
              <a:outerShdw blurRad="143256" dist="82648" dir="2700000">
                <a:srgbClr val="0E6D62">
                  <a:alpha val="13000"/>
                </a:srgbClr>
              </a:outerShdw>
            </a:effectLst>
          </p:spPr>
        </p:pic>
        <p:sp>
          <p:nvSpPr>
            <p:cNvPr id="44" name="TextBox 18">
              <a:extLst>
                <a:ext uri="{FF2B5EF4-FFF2-40B4-BE49-F238E27FC236}">
                  <a16:creationId xmlns:a16="http://schemas.microsoft.com/office/drawing/2014/main" id="{96C71743-0BFB-1BB1-F366-2F9E0BF9FD30}"/>
                </a:ext>
              </a:extLst>
            </p:cNvPr>
            <p:cNvSpPr txBox="1"/>
            <p:nvPr/>
          </p:nvSpPr>
          <p:spPr>
            <a:xfrm>
              <a:off x="6623479" y="7880321"/>
              <a:ext cx="10311498" cy="10236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0" lvl="1">
                <a:lnSpc>
                  <a:spcPct val="116199"/>
                </a:lnSpc>
              </a:pPr>
              <a:r>
                <a:rPr lang="ko-KR" altLang="en-US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처음해보는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웹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개발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코드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작업이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낯설었지만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신기술인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ai로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많은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도움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받았구요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다양하게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접목시킨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결과물이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차후에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도움이될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요소가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많겠다고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생각이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들었습니다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팀원간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의견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표명이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좀더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많았으면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 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재밌게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하지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않았을까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싶지만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부족한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실력을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커버해준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팀원들에게</a:t>
              </a:r>
              <a:r>
                <a:rPr lang="en-US" altLang="ko-KR" dirty="0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  </a:t>
              </a:r>
              <a:r>
                <a:rPr lang="en-US" altLang="ko-KR" dirty="0" err="1">
                  <a:solidFill>
                    <a:srgbClr val="595959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rPr>
                <a:t>고맙습니다</a:t>
              </a:r>
              <a:endParaRPr lang="en-US" altLang="ko-KR" b="0" i="0" u="none" strike="noStrike" dirty="0">
                <a:solidFill>
                  <a:srgbClr val="595959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endParaRPr>
            </a:p>
          </p:txBody>
        </p:sp>
      </p:grpSp>
      <p:sp>
        <p:nvSpPr>
          <p:cNvPr id="8" name="TextBox 11">
            <a:extLst>
              <a:ext uri="{FF2B5EF4-FFF2-40B4-BE49-F238E27FC236}">
                <a16:creationId xmlns:a16="http://schemas.microsoft.com/office/drawing/2014/main" id="{5E561109-BE60-7064-F46F-80DEA75DED10}"/>
              </a:ext>
            </a:extLst>
          </p:cNvPr>
          <p:cNvSpPr txBox="1"/>
          <p:nvPr/>
        </p:nvSpPr>
        <p:spPr>
          <a:xfrm>
            <a:off x="6718300" y="9613900"/>
            <a:ext cx="4851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altLang="ko-KR" sz="1650" cap="all" dirty="0">
                <a:solidFill>
                  <a:srgbClr val="252525"/>
                </a:solidFill>
                <a:latin typeface="Pretendard SemiBold"/>
                <a:ea typeface="Pretendard SemiBold"/>
                <a:cs typeface="Pretendard SemiBold"/>
              </a:rPr>
              <a:t>travel project report </a:t>
            </a:r>
            <a:r>
              <a:rPr kumimoji="0" lang="en-US" sz="1650" b="0" i="0" u="none" strike="noStrike" kern="1200" cap="all" spc="0" normalizeH="0" baseline="0" noProof="0" dirty="0">
                <a:ln>
                  <a:noFill/>
                </a:ln>
                <a:solidFill>
                  <a:srgbClr val="252525"/>
                </a:solidFill>
                <a:effectLst/>
                <a:uLnTx/>
                <a:uFillTx/>
                <a:latin typeface="Pretendard SemiBold"/>
                <a:ea typeface="Pretendard SemiBold"/>
                <a:cs typeface="Pretendard SemiBold"/>
              </a:rPr>
              <a:t>ㅣ  </a:t>
            </a:r>
            <a:r>
              <a:rPr lang="en-US" sz="1650" cap="all" dirty="0">
                <a:solidFill>
                  <a:srgbClr val="0E6D62"/>
                </a:solidFill>
                <a:latin typeface="Pretendard Bold"/>
                <a:ea typeface="Pretendard SemiBold"/>
                <a:cs typeface="Pretendard Bold"/>
              </a:rPr>
              <a:t>27/27</a:t>
            </a:r>
            <a:endParaRPr kumimoji="0" lang="en-US" sz="1688" b="0" i="0" u="none" strike="noStrike" kern="1200" cap="all" spc="0" normalizeH="0" baseline="0" noProof="0" dirty="0">
              <a:ln>
                <a:noFill/>
              </a:ln>
              <a:solidFill>
                <a:srgbClr val="0E6D62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122965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64adc3a-e01f-4fe5-9547-8d6b6cd5e5f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E2A83AC4430744089FCD54DEC6858A6" ma:contentTypeVersion="7" ma:contentTypeDescription="새 문서를 만듭니다." ma:contentTypeScope="" ma:versionID="7d11aadfa21c588a020b5f139453856d">
  <xsd:schema xmlns:xsd="http://www.w3.org/2001/XMLSchema" xmlns:xs="http://www.w3.org/2001/XMLSchema" xmlns:p="http://schemas.microsoft.com/office/2006/metadata/properties" xmlns:ns3="ee7e9d6d-4b95-4922-8f5d-edb5b8dd8c06" xmlns:ns4="f64adc3a-e01f-4fe5-9547-8d6b6cd5e5fe" targetNamespace="http://schemas.microsoft.com/office/2006/metadata/properties" ma:root="true" ma:fieldsID="8e069933923926f427c4273f5ed041d2" ns3:_="" ns4:_="">
    <xsd:import namespace="ee7e9d6d-4b95-4922-8f5d-edb5b8dd8c06"/>
    <xsd:import namespace="f64adc3a-e01f-4fe5-9547-8d6b6cd5e5f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SearchPropertie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e9d6d-4b95-4922-8f5d-edb5b8dd8c0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힌트 해시 공유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adc3a-e01f-4fe5-9547-8d6b6cd5e5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86B3DE-5516-476A-99A5-68AE3B130E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C03A8CE-652E-4758-B50C-962E47602F81}">
  <ds:schemaRefs>
    <ds:schemaRef ds:uri="http://www.w3.org/XML/1998/namespace"/>
    <ds:schemaRef ds:uri="http://purl.org/dc/dcmitype/"/>
    <ds:schemaRef ds:uri="http://schemas.microsoft.com/office/infopath/2007/PartnerControls"/>
    <ds:schemaRef ds:uri="ee7e9d6d-4b95-4922-8f5d-edb5b8dd8c06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64adc3a-e01f-4fe5-9547-8d6b6cd5e5fe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FD0EC03-3ECB-4B26-82CD-D00B581D5E63}">
  <ds:schemaRefs>
    <ds:schemaRef ds:uri="ee7e9d6d-4b95-4922-8f5d-edb5b8dd8c06"/>
    <ds:schemaRef ds:uri="f64adc3a-e01f-4fe5-9547-8d6b6cd5e5f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2205</Words>
  <Application>Microsoft Office PowerPoint</Application>
  <PresentationFormat>사용자 지정</PresentationFormat>
  <Paragraphs>449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Arial,Sans-Serif</vt:lpstr>
      <vt:lpstr>Symbol</vt:lpstr>
      <vt:lpstr>Pretendard SemiBold</vt:lpstr>
      <vt:lpstr>Pretendard Regular</vt:lpstr>
      <vt:lpstr>Pretendard Medium</vt:lpstr>
      <vt:lpstr>Arial</vt:lpstr>
      <vt:lpstr>맑은 고딕</vt:lpstr>
      <vt:lpstr>Pretendard</vt:lpstr>
      <vt:lpstr>Pretendard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박효주</dc:creator>
  <cp:lastModifiedBy>박효주</cp:lastModifiedBy>
  <cp:revision>8</cp:revision>
  <dcterms:created xsi:type="dcterms:W3CDTF">2006-08-16T00:00:00Z</dcterms:created>
  <dcterms:modified xsi:type="dcterms:W3CDTF">2026-10-13T00:40:40Z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0x0101009E2A83AC4430744089FCD54DEC6858A6</vt:lpwstr>
  </property>
</Properties>
</file>